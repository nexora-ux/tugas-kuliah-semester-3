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ags/tag1.xml" ContentType="application/vnd.openxmlformats-officedocument.presentationml.tags+xml"/>
  <Override PartName="/ppt/tags/tag2.xml" ContentType="application/vnd.openxmlformats-officedocument.presentationml.tags+xml"/>
  <Override PartName="/ppt/tags/tag3.xml" ContentType="application/vnd.openxmlformats-officedocument.presentationml.tags+xml"/>
  <Override PartName="/ppt/tags/tag4.xml" ContentType="application/vnd.openxmlformats-officedocument.presentationml.tags+xml"/>
  <Override PartName="/ppt/tags/tag5.xml" ContentType="application/vnd.openxmlformats-officedocument.presentationml.tags+xml"/>
  <Override PartName="/ppt/tags/tag6.xml" ContentType="application/vnd.openxmlformats-officedocument.presentationml.tags+xml"/>
  <Override PartName="/ppt/tags/tag7.xml" ContentType="application/vnd.openxmlformats-officedocument.presentationml.tags+xml"/>
  <Override PartName="/ppt/tags/tag8.xml" ContentType="application/vnd.openxmlformats-officedocument.presentationml.tags+xml"/>
  <Override PartName="/ppt/tags/tag9.xml" ContentType="application/vnd.openxmlformats-officedocument.presentationml.tags+xml"/>
  <Override PartName="/ppt/tags/tag10.xml" ContentType="application/vnd.openxmlformats-officedocument.presentationml.tags+xml"/>
  <Override PartName="/ppt/tags/tag11.xml" ContentType="application/vnd.openxmlformats-officedocument.presentationml.tags+xml"/>
  <Override PartName="/ppt/tags/tag12.xml" ContentType="application/vnd.openxmlformats-officedocument.presentationml.tags+xml"/>
  <Override PartName="/ppt/tags/tag13.xml" ContentType="application/vnd.openxmlformats-officedocument.presentationml.tags+xml"/>
  <Override PartName="/ppt/tags/tag14.xml" ContentType="application/vnd.openxmlformats-officedocument.presentationml.tags+xml"/>
  <Override PartName="/ppt/tags/tag15.xml" ContentType="application/vnd.openxmlformats-officedocument.presentationml.tags+xml"/>
  <Override PartName="/ppt/tags/tag16.xml" ContentType="application/vnd.openxmlformats-officedocument.presentationml.tags+xml"/>
  <Override PartName="/ppt/tags/tag17.xml" ContentType="application/vnd.openxmlformats-officedocument.presentationml.tags+xml"/>
  <Override PartName="/ppt/tags/tag18.xml" ContentType="application/vnd.openxmlformats-officedocument.presentationml.tags+xml"/>
  <Override PartName="/ppt/tags/tag19.xml" ContentType="application/vnd.openxmlformats-officedocument.presentationml.tags+xml"/>
  <Override PartName="/ppt/tags/tag20.xml" ContentType="application/vnd.openxmlformats-officedocument.presentationml.tags+xml"/>
  <Override PartName="/ppt/tags/tag21.xml" ContentType="application/vnd.openxmlformats-officedocument.presentationml.tags+xml"/>
  <Override PartName="/ppt/tags/tag22.xml" ContentType="application/vnd.openxmlformats-officedocument.presentationml.tags+xml"/>
  <Override PartName="/ppt/tags/tag23.xml" ContentType="application/vnd.openxmlformats-officedocument.presentationml.tags+xml"/>
  <Override PartName="/ppt/tags/tag24.xml" ContentType="application/vnd.openxmlformats-officedocument.presentationml.tags+xml"/>
  <Override PartName="/ppt/tags/tag25.xml" ContentType="application/vnd.openxmlformats-officedocument.presentationml.tags+xml"/>
  <Override PartName="/ppt/tags/tag26.xml" ContentType="application/vnd.openxmlformats-officedocument.presentationml.tags+xml"/>
  <Override PartName="/ppt/tags/tag27.xml" ContentType="application/vnd.openxmlformats-officedocument.presentationml.tags+xml"/>
  <Override PartName="/ppt/tags/tag28.xml" ContentType="application/vnd.openxmlformats-officedocument.presentationml.tags+xml"/>
  <Override PartName="/ppt/tags/tag29.xml" ContentType="application/vnd.openxmlformats-officedocument.presentationml.tags+xml"/>
  <Override PartName="/ppt/tags/tag30.xml" ContentType="application/vnd.openxmlformats-officedocument.presentationml.tags+xml"/>
  <Override PartName="/ppt/tags/tag31.xml" ContentType="application/vnd.openxmlformats-officedocument.presentationml.tags+xml"/>
  <Override PartName="/ppt/tags/tag32.xml" ContentType="application/vnd.openxmlformats-officedocument.presentationml.tags+xml"/>
  <Override PartName="/ppt/tags/tag33.xml" ContentType="application/vnd.openxmlformats-officedocument.presentationml.tags+xml"/>
  <Override PartName="/ppt/tags/tag34.xml" ContentType="application/vnd.openxmlformats-officedocument.presentationml.tags+xml"/>
  <Override PartName="/ppt/tags/tag35.xml" ContentType="application/vnd.openxmlformats-officedocument.presentationml.tags+xml"/>
  <Override PartName="/ppt/tags/tag36.xml" ContentType="application/vnd.openxmlformats-officedocument.presentationml.tags+xml"/>
  <Override PartName="/ppt/tags/tag37.xml" ContentType="application/vnd.openxmlformats-officedocument.presentationml.tags+xml"/>
  <Override PartName="/ppt/tags/tag38.xml" ContentType="application/vnd.openxmlformats-officedocument.presentationml.tags+xml"/>
  <Override PartName="/ppt/tags/tag39.xml" ContentType="application/vnd.openxmlformats-officedocument.presentationml.tags+xml"/>
  <Override PartName="/ppt/tags/tag40.xml" ContentType="application/vnd.openxmlformats-officedocument.presentationml.tags+xml"/>
  <Override PartName="/ppt/tags/tag41.xml" ContentType="application/vnd.openxmlformats-officedocument.presentationml.tags+xml"/>
  <Override PartName="/ppt/tags/tag42.xml" ContentType="application/vnd.openxmlformats-officedocument.presentationml.tags+xml"/>
  <Override PartName="/ppt/tags/tag43.xml" ContentType="application/vnd.openxmlformats-officedocument.presentationml.tags+xml"/>
  <Override PartName="/ppt/tags/tag44.xml" ContentType="application/vnd.openxmlformats-officedocument.presentationml.tags+xml"/>
  <Override PartName="/ppt/tags/tag45.xml" ContentType="application/vnd.openxmlformats-officedocument.presentationml.tags+xml"/>
  <Override PartName="/ppt/tags/tag46.xml" ContentType="application/vnd.openxmlformats-officedocument.presentationml.tags+xml"/>
  <Override PartName="/ppt/tags/tag47.xml" ContentType="application/vnd.openxmlformats-officedocument.presentationml.tags+xml"/>
  <Override PartName="/ppt/tags/tag48.xml" ContentType="application/vnd.openxmlformats-officedocument.presentationml.tags+xml"/>
  <Override PartName="/ppt/tags/tag49.xml" ContentType="application/vnd.openxmlformats-officedocument.presentationml.tags+xml"/>
  <Override PartName="/ppt/tags/tag50.xml" ContentType="application/vnd.openxmlformats-officedocument.presentationml.tags+xml"/>
  <Override PartName="/ppt/tags/tag51.xml" ContentType="application/vnd.openxmlformats-officedocument.presentationml.tags+xml"/>
  <Override PartName="/ppt/tags/tag52.xml" ContentType="application/vnd.openxmlformats-officedocument.presentationml.tags+xml"/>
  <Override PartName="/ppt/tags/tag53.xml" ContentType="application/vnd.openxmlformats-officedocument.presentationml.tags+xml"/>
  <Override PartName="/ppt/tags/tag54.xml" ContentType="application/vnd.openxmlformats-officedocument.presentationml.tags+xml"/>
  <Override PartName="/ppt/tags/tag55.xml" ContentType="application/vnd.openxmlformats-officedocument.presentationml.tags+xml"/>
  <Override PartName="/ppt/tags/tag56.xml" ContentType="application/vnd.openxmlformats-officedocument.presentationml.tags+xml"/>
  <Override PartName="/ppt/tags/tag57.xml" ContentType="application/vnd.openxmlformats-officedocument.presentationml.tags+xml"/>
  <Override PartName="/ppt/tags/tag58.xml" ContentType="application/vnd.openxmlformats-officedocument.presentationml.tags+xml"/>
  <Override PartName="/ppt/tags/tag59.xml" ContentType="application/vnd.openxmlformats-officedocument.presentationml.tags+xml"/>
  <Override PartName="/ppt/tags/tag60.xml" ContentType="application/vnd.openxmlformats-officedocument.presentationml.tags+xml"/>
  <Override PartName="/ppt/tags/tag61.xml" ContentType="application/vnd.openxmlformats-officedocument.presentationml.tags+xml"/>
  <Override PartName="/ppt/tags/tag62.xml" ContentType="application/vnd.openxmlformats-officedocument.presentationml.tags+xml"/>
  <Override PartName="/ppt/theme/theme2.xml" ContentType="application/vnd.openxmlformats-officedocument.theme+xml"/>
  <Override PartName="/ppt/tags/tag63.xml" ContentType="application/vnd.openxmlformats-officedocument.presentationml.tags+xml"/>
  <Override PartName="/ppt/tags/tag64.xml" ContentType="application/vnd.openxmlformats-officedocument.presentationml.tags+xml"/>
  <Override PartName="/ppt/notesSlides/notesSlide1.xml" ContentType="application/vnd.openxmlformats-officedocument.presentationml.notesSlide+xml"/>
  <Override PartName="/ppt/tags/tag65.xml" ContentType="application/vnd.openxmlformats-officedocument.presentationml.tags+xml"/>
  <Override PartName="/ppt/tags/tag66.xml" ContentType="application/vnd.openxmlformats-officedocument.presentationml.tags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14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3" userDrawn="1">
          <p15:clr>
            <a:srgbClr val="A4A3A4"/>
          </p15:clr>
        </p15:guide>
        <p15:guide id="2" pos="3777" userDrawn="1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FFFFFF"/>
    <a:srgbClr val="DCDCDC"/>
    <a:srgbClr val="F0F0F0"/>
    <a:srgbClr val="E6E6E6"/>
    <a:srgbClr val="C8C8C8"/>
    <a:srgbClr val="FAFAFA"/>
    <a:srgbClr val="BEBEBE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3778" autoAdjust="0"/>
    <p:restoredTop sz="94660"/>
  </p:normalViewPr>
  <p:slideViewPr>
    <p:cSldViewPr snapToGrid="0" showGuides="1">
      <p:cViewPr>
        <p:scale>
          <a:sx n="62" d="100"/>
          <a:sy n="62" d="100"/>
        </p:scale>
        <p:origin x="876" y="368"/>
      </p:cViewPr>
      <p:guideLst>
        <p:guide orient="horz" pos="2163"/>
        <p:guide pos="3777"/>
      </p:guideLst>
    </p:cSldViewPr>
  </p:slideViewPr>
  <p:notesTextViewPr>
    <p:cViewPr>
      <p:scale>
        <a:sx n="3" d="2"/>
        <a:sy n="3" d="2"/>
      </p:scale>
      <p:origin x="0" y="0"/>
    </p:cViewPr>
  </p:notesTextViewPr>
  <p:notesViewPr>
    <p:cSldViewPr snapToGrid="0">
      <p:cViewPr varScale="1">
        <p:scale>
          <a:sx n="92" d="100"/>
          <a:sy n="92" d="100"/>
        </p:scale>
        <p:origin x="2550" y="102"/>
      </p:cViewPr>
      <p:guideLst/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presProps" Target="pres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notesMaster" Target="notesMasters/notes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3EFD42F7-718C-4B98-AAEC-167E6DDD60A7}" type="datetimeFigureOut">
              <a:rPr lang="en-US" smtClean="0"/>
              <a:t>10/7/2026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21B2AA4F-B828-4D7C-AFD3-893933DAFCB4}" type="slidenum">
              <a:rPr lang="en-US" smtClean="0"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Text Placeholder 2"/>
          <p:cNvSpPr>
            <a:spLocks noGrp="1"/>
          </p:cNvSpPr>
          <p:nvPr>
            <p:ph type="body" idx="3"/>
          </p:nvPr>
        </p:nvSpPr>
        <p:spPr/>
        <p:txBody>
          <a:bodyPr/>
          <a:lstStyle/>
          <a:p>
            <a:endParaRPr lang="en-US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tags" Target="../tags/tag9.xml"/><Relationship Id="rId2" Type="http://schemas.openxmlformats.org/officeDocument/2006/relationships/tags" Target="../tags/tag8.xml"/><Relationship Id="rId1" Type="http://schemas.openxmlformats.org/officeDocument/2006/relationships/tags" Target="../tags/tag7.xml"/><Relationship Id="rId6" Type="http://schemas.openxmlformats.org/officeDocument/2006/relationships/slideMaster" Target="../slideMasters/slideMaster1.xml"/><Relationship Id="rId5" Type="http://schemas.openxmlformats.org/officeDocument/2006/relationships/tags" Target="../tags/tag11.xml"/><Relationship Id="rId4" Type="http://schemas.openxmlformats.org/officeDocument/2006/relationships/tags" Target="../tags/tag10.xml"/></Relationships>
</file>

<file path=ppt/slideLayouts/_rels/slideLayout2.xml.rels><?xml version="1.0" encoding="UTF-8" standalone="yes"?>
<Relationships xmlns="http://schemas.openxmlformats.org/package/2006/relationships"><Relationship Id="rId3" Type="http://schemas.openxmlformats.org/officeDocument/2006/relationships/tags" Target="../tags/tag14.xml"/><Relationship Id="rId2" Type="http://schemas.openxmlformats.org/officeDocument/2006/relationships/tags" Target="../tags/tag13.xml"/><Relationship Id="rId1" Type="http://schemas.openxmlformats.org/officeDocument/2006/relationships/tags" Target="../tags/tag12.xml"/><Relationship Id="rId6" Type="http://schemas.openxmlformats.org/officeDocument/2006/relationships/slideMaster" Target="../slideMasters/slideMaster1.xml"/><Relationship Id="rId5" Type="http://schemas.openxmlformats.org/officeDocument/2006/relationships/tags" Target="../tags/tag16.xml"/><Relationship Id="rId4" Type="http://schemas.openxmlformats.org/officeDocument/2006/relationships/tags" Target="../tags/tag15.xml"/></Relationships>
</file>

<file path=ppt/slideLayouts/_rels/slideLayout3.xml.rels><?xml version="1.0" encoding="UTF-8" standalone="yes"?>
<Relationships xmlns="http://schemas.openxmlformats.org/package/2006/relationships"><Relationship Id="rId3" Type="http://schemas.openxmlformats.org/officeDocument/2006/relationships/tags" Target="../tags/tag19.xml"/><Relationship Id="rId2" Type="http://schemas.openxmlformats.org/officeDocument/2006/relationships/tags" Target="../tags/tag18.xml"/><Relationship Id="rId1" Type="http://schemas.openxmlformats.org/officeDocument/2006/relationships/tags" Target="../tags/tag17.xml"/><Relationship Id="rId6" Type="http://schemas.openxmlformats.org/officeDocument/2006/relationships/slideMaster" Target="../slideMasters/slideMaster1.xml"/><Relationship Id="rId5" Type="http://schemas.openxmlformats.org/officeDocument/2006/relationships/tags" Target="../tags/tag21.xml"/><Relationship Id="rId4" Type="http://schemas.openxmlformats.org/officeDocument/2006/relationships/tags" Target="../tags/tag20.xml"/></Relationships>
</file>

<file path=ppt/slideLayouts/_rels/slideLayout4.xml.rels><?xml version="1.0" encoding="UTF-8" standalone="yes"?>
<Relationships xmlns="http://schemas.openxmlformats.org/package/2006/relationships"><Relationship Id="rId3" Type="http://schemas.openxmlformats.org/officeDocument/2006/relationships/tags" Target="../tags/tag24.xml"/><Relationship Id="rId7" Type="http://schemas.openxmlformats.org/officeDocument/2006/relationships/slideMaster" Target="../slideMasters/slideMaster1.xml"/><Relationship Id="rId2" Type="http://schemas.openxmlformats.org/officeDocument/2006/relationships/tags" Target="../tags/tag23.xml"/><Relationship Id="rId1" Type="http://schemas.openxmlformats.org/officeDocument/2006/relationships/tags" Target="../tags/tag22.xml"/><Relationship Id="rId6" Type="http://schemas.openxmlformats.org/officeDocument/2006/relationships/tags" Target="../tags/tag27.xml"/><Relationship Id="rId5" Type="http://schemas.openxmlformats.org/officeDocument/2006/relationships/tags" Target="../tags/tag26.xml"/><Relationship Id="rId4" Type="http://schemas.openxmlformats.org/officeDocument/2006/relationships/tags" Target="../tags/tag25.xml"/></Relationships>
</file>

<file path=ppt/slideLayouts/_rels/slideLayout5.xml.rels><?xml version="1.0" encoding="UTF-8" standalone="yes"?>
<Relationships xmlns="http://schemas.openxmlformats.org/package/2006/relationships"><Relationship Id="rId8" Type="http://schemas.openxmlformats.org/officeDocument/2006/relationships/tags" Target="../tags/tag35.xml"/><Relationship Id="rId3" Type="http://schemas.openxmlformats.org/officeDocument/2006/relationships/tags" Target="../tags/tag30.xml"/><Relationship Id="rId7" Type="http://schemas.openxmlformats.org/officeDocument/2006/relationships/tags" Target="../tags/tag34.xml"/><Relationship Id="rId2" Type="http://schemas.openxmlformats.org/officeDocument/2006/relationships/tags" Target="../tags/tag29.xml"/><Relationship Id="rId1" Type="http://schemas.openxmlformats.org/officeDocument/2006/relationships/tags" Target="../tags/tag28.xml"/><Relationship Id="rId6" Type="http://schemas.openxmlformats.org/officeDocument/2006/relationships/tags" Target="../tags/tag33.xml"/><Relationship Id="rId5" Type="http://schemas.openxmlformats.org/officeDocument/2006/relationships/tags" Target="../tags/tag32.xml"/><Relationship Id="rId4" Type="http://schemas.openxmlformats.org/officeDocument/2006/relationships/tags" Target="../tags/tag31.xml"/><Relationship Id="rId9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3" Type="http://schemas.openxmlformats.org/officeDocument/2006/relationships/tags" Target="../tags/tag38.xml"/><Relationship Id="rId2" Type="http://schemas.openxmlformats.org/officeDocument/2006/relationships/tags" Target="../tags/tag37.xml"/><Relationship Id="rId1" Type="http://schemas.openxmlformats.org/officeDocument/2006/relationships/tags" Target="../tags/tag36.xml"/><Relationship Id="rId5" Type="http://schemas.openxmlformats.org/officeDocument/2006/relationships/slideMaster" Target="../slideMasters/slideMaster1.xml"/><Relationship Id="rId4" Type="http://schemas.openxmlformats.org/officeDocument/2006/relationships/tags" Target="../tags/tag39.xml"/></Relationships>
</file>

<file path=ppt/slideLayouts/_rels/slideLayout7.xml.rels><?xml version="1.0" encoding="UTF-8" standalone="yes"?>
<Relationships xmlns="http://schemas.openxmlformats.org/package/2006/relationships"><Relationship Id="rId3" Type="http://schemas.openxmlformats.org/officeDocument/2006/relationships/tags" Target="../tags/tag42.xml"/><Relationship Id="rId2" Type="http://schemas.openxmlformats.org/officeDocument/2006/relationships/tags" Target="../tags/tag41.xml"/><Relationship Id="rId1" Type="http://schemas.openxmlformats.org/officeDocument/2006/relationships/tags" Target="../tags/tag40.xml"/><Relationship Id="rId4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3" Type="http://schemas.openxmlformats.org/officeDocument/2006/relationships/tags" Target="../tags/tag45.xml"/><Relationship Id="rId7" Type="http://schemas.openxmlformats.org/officeDocument/2006/relationships/slideMaster" Target="../slideMasters/slideMaster1.xml"/><Relationship Id="rId2" Type="http://schemas.openxmlformats.org/officeDocument/2006/relationships/tags" Target="../tags/tag44.xml"/><Relationship Id="rId1" Type="http://schemas.openxmlformats.org/officeDocument/2006/relationships/tags" Target="../tags/tag43.xml"/><Relationship Id="rId6" Type="http://schemas.openxmlformats.org/officeDocument/2006/relationships/tags" Target="../tags/tag48.xml"/><Relationship Id="rId5" Type="http://schemas.openxmlformats.org/officeDocument/2006/relationships/tags" Target="../tags/tag47.xml"/><Relationship Id="rId4" Type="http://schemas.openxmlformats.org/officeDocument/2006/relationships/tags" Target="../tags/tag46.xml"/></Relationships>
</file>

<file path=ppt/slideLayouts/_rels/slideLayout9.xml.rels><?xml version="1.0" encoding="UTF-8" standalone="yes"?>
<Relationships xmlns="http://schemas.openxmlformats.org/package/2006/relationships"><Relationship Id="rId3" Type="http://schemas.openxmlformats.org/officeDocument/2006/relationships/tags" Target="../tags/tag51.xml"/><Relationship Id="rId2" Type="http://schemas.openxmlformats.org/officeDocument/2006/relationships/tags" Target="../tags/tag50.xml"/><Relationship Id="rId1" Type="http://schemas.openxmlformats.org/officeDocument/2006/relationships/tags" Target="../tags/tag49.xml"/><Relationship Id="rId6" Type="http://schemas.openxmlformats.org/officeDocument/2006/relationships/slideMaster" Target="../slideMasters/slideMaster1.xml"/><Relationship Id="rId5" Type="http://schemas.openxmlformats.org/officeDocument/2006/relationships/tags" Target="../tags/tag53.xml"/><Relationship Id="rId4" Type="http://schemas.openxmlformats.org/officeDocument/2006/relationships/tags" Target="../tags/tag52.xml"/></Relationships>
</file>

<file path=ppt/slideLayouts/_rels/slideLayout10.xml.rels><?xml version="1.0" encoding="UTF-8" standalone="yes"?>
<Relationships xmlns="http://schemas.openxmlformats.org/package/2006/relationships"><Relationship Id="rId3" Type="http://schemas.openxmlformats.org/officeDocument/2006/relationships/tags" Target="../tags/tag56.xml"/><Relationship Id="rId2" Type="http://schemas.openxmlformats.org/officeDocument/2006/relationships/tags" Target="../tags/tag55.xml"/><Relationship Id="rId1" Type="http://schemas.openxmlformats.org/officeDocument/2006/relationships/tags" Target="../tags/tag54.xml"/><Relationship Id="rId5" Type="http://schemas.openxmlformats.org/officeDocument/2006/relationships/slideMaster" Target="../slideMasters/slideMaster1.xml"/><Relationship Id="rId4" Type="http://schemas.openxmlformats.org/officeDocument/2006/relationships/tags" Target="../tags/tag57.xml"/></Relationships>
</file>

<file path=ppt/slideLayouts/_rels/slideLayout11.xml.rels><?xml version="1.0" encoding="UTF-8" standalone="yes"?>
<Relationships xmlns="http://schemas.openxmlformats.org/package/2006/relationships"><Relationship Id="rId3" Type="http://schemas.openxmlformats.org/officeDocument/2006/relationships/tags" Target="../tags/tag60.xml"/><Relationship Id="rId2" Type="http://schemas.openxmlformats.org/officeDocument/2006/relationships/tags" Target="../tags/tag59.xml"/><Relationship Id="rId1" Type="http://schemas.openxmlformats.org/officeDocument/2006/relationships/tags" Target="../tags/tag58.xml"/><Relationship Id="rId6" Type="http://schemas.openxmlformats.org/officeDocument/2006/relationships/slideMaster" Target="../slideMasters/slideMaster1.xml"/><Relationship Id="rId5" Type="http://schemas.openxmlformats.org/officeDocument/2006/relationships/tags" Target="../tags/tag62.xml"/><Relationship Id="rId4" Type="http://schemas.openxmlformats.org/officeDocument/2006/relationships/tags" Target="../tags/tag6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  <p:custDataLst>
              <p:tags r:id="rId1"/>
            </p:custDataLst>
          </p:nvPr>
        </p:nvSpPr>
        <p:spPr>
          <a:xfrm>
            <a:off x="1198800" y="914400"/>
            <a:ext cx="9799200" cy="2570400"/>
          </a:xfrm>
        </p:spPr>
        <p:txBody>
          <a:bodyPr lIns="90000" tIns="46800" rIns="90000" bIns="46800" anchor="b" anchorCtr="0">
            <a:normAutofit/>
          </a:bodyPr>
          <a:lstStyle>
            <a:lvl1pPr algn="ctr">
              <a:defRPr sz="6000"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  <p:custDataLst>
              <p:tags r:id="rId2"/>
            </p:custDataLst>
          </p:nvPr>
        </p:nvSpPr>
        <p:spPr>
          <a:xfrm>
            <a:off x="1198800" y="3560400"/>
            <a:ext cx="9799200" cy="1472400"/>
          </a:xfrm>
        </p:spPr>
        <p:txBody>
          <a:bodyPr lIns="90000" tIns="46800" rIns="90000" bIns="46800">
            <a:normAutofit/>
          </a:bodyPr>
          <a:lstStyle>
            <a:lvl1pPr marL="0" indent="0" algn="ctr">
              <a:lnSpc>
                <a:spcPct val="110000"/>
              </a:lnSpc>
              <a:buNone/>
              <a:defRPr sz="2400" spc="2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 dirty="0"/>
              <a:t>Click to edit Master subtitle style</a:t>
            </a:r>
          </a:p>
        </p:txBody>
      </p:sp>
      <p:sp>
        <p:nvSpPr>
          <p:cNvPr id="16" name="Date Placeholder 15"/>
          <p:cNvSpPr>
            <a:spLocks noGrp="1"/>
          </p:cNvSpPr>
          <p:nvPr>
            <p:ph type="dt" sz="half" idx="10"/>
            <p:custDataLst>
              <p:tags r:id="rId3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en-US" smtClean="0"/>
              <a:t>10/7/2026</a:t>
            </a:fld>
            <a:endParaRPr lang="en-US"/>
          </a:p>
        </p:txBody>
      </p:sp>
      <p:sp>
        <p:nvSpPr>
          <p:cNvPr id="17" name="Footer Placeholder 16"/>
          <p:cNvSpPr>
            <a:spLocks noGrp="1"/>
          </p:cNvSpPr>
          <p:nvPr>
            <p:ph type="ftr" sz="quarter" idx="11"/>
            <p:custDataLst>
              <p:tags r:id="rId4"/>
            </p:custDataLst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18" name="Slide Number Placeholder 17"/>
          <p:cNvSpPr>
            <a:spLocks noGrp="1"/>
          </p:cNvSpPr>
          <p:nvPr>
            <p:ph type="sldNum" sz="quarter" idx="12"/>
            <p:custDataLst>
              <p:tags r:id="rId5"/>
            </p:custDataLst>
          </p:nvPr>
        </p:nvSpPr>
        <p:spPr/>
        <p:txBody>
          <a:bodyPr/>
          <a:lstStyle/>
          <a:p>
            <a:fld id="{49AE70B2-8BF9-45C0-BB95-33D1B9D3A854}" type="slidenum">
              <a:rPr lang="en-US" smtClean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  <p:custDataLst>
              <p:tags r:id="rId1"/>
            </p:custDataLst>
          </p:nvPr>
        </p:nvSpPr>
        <p:spPr>
          <a:xfrm>
            <a:off x="608400" y="608400"/>
            <a:ext cx="10969200" cy="705600"/>
          </a:xfrm>
        </p:spPr>
        <p:txBody>
          <a:bodyPr vert="horz" lIns="90000" tIns="46800" rIns="90000" bIns="46800" rtlCol="0" anchor="ctr" anchorCtr="0">
            <a:normAutofit/>
          </a:bodyPr>
          <a:lstStyle/>
          <a:p>
            <a:pPr lvl="0"/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  <p:custDataLst>
              <p:tags r:id="rId2"/>
            </p:custDataLst>
          </p:nvPr>
        </p:nvSpPr>
        <p:spPr>
          <a:xfrm>
            <a:off x="608400" y="1490400"/>
            <a:ext cx="10969200" cy="4759200"/>
          </a:xfrm>
        </p:spPr>
        <p:txBody>
          <a:bodyPr vert="horz" lIns="90000" tIns="46800" rIns="90000" bIns="4680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  <p:custDataLst>
              <p:tags r:id="rId3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en-US" smtClean="0"/>
              <a:t>10/7/2026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  <p:custDataLst>
              <p:tags r:id="rId4"/>
            </p:custDataLst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  <p:custDataLst>
              <p:tags r:id="rId5"/>
            </p:custDataLst>
          </p:nvPr>
        </p:nvSpPr>
        <p:spPr/>
        <p:txBody>
          <a:bodyPr/>
          <a:lstStyle/>
          <a:p>
            <a:fld id="{49AE70B2-8BF9-45C0-BB95-33D1B9D3A854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 hasCustomPrompt="1"/>
            <p:custDataLst>
              <p:tags r:id="rId1"/>
            </p:custDataLst>
          </p:nvPr>
        </p:nvSpPr>
        <p:spPr>
          <a:xfrm>
            <a:off x="1990800" y="3848400"/>
            <a:ext cx="7768800" cy="766800"/>
          </a:xfrm>
        </p:spPr>
        <p:txBody>
          <a:bodyPr lIns="90000" tIns="46800" rIns="90000" bIns="46800" anchor="b" anchorCtr="0">
            <a:normAutofit/>
          </a:bodyPr>
          <a:lstStyle>
            <a:lvl1pPr>
              <a:defRPr sz="4400"/>
            </a:lvl1pPr>
          </a:lstStyle>
          <a:p>
            <a:r>
              <a:rPr lang="en-US" dirty="0"/>
              <a:t>Click to edit title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 hasCustomPrompt="1"/>
            <p:custDataLst>
              <p:tags r:id="rId2"/>
            </p:custDataLst>
          </p:nvPr>
        </p:nvSpPr>
        <p:spPr>
          <a:xfrm>
            <a:off x="1990800" y="4615200"/>
            <a:ext cx="7768800" cy="867600"/>
          </a:xfrm>
        </p:spPr>
        <p:txBody>
          <a:bodyPr lIns="90000" tIns="46800" rIns="90000" bIns="46800">
            <a:normAutofit/>
          </a:bodyPr>
          <a:lstStyle>
            <a:lvl1pPr marL="0" indent="0">
              <a:buNone/>
              <a:defRPr sz="1800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  <a:lvl2pPr marL="457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dirty="0"/>
              <a:t>Click to edit text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  <p:custDataLst>
              <p:tags r:id="rId3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en-US" smtClean="0"/>
              <a:t>10/7/2026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  <p:custDataLst>
              <p:tags r:id="rId4"/>
            </p:custDataLst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  <p:custDataLst>
              <p:tags r:id="rId5"/>
            </p:custDataLst>
          </p:nvPr>
        </p:nvSpPr>
        <p:spPr/>
        <p:txBody>
          <a:bodyPr/>
          <a:lstStyle/>
          <a:p>
            <a:fld id="{49AE70B2-8BF9-45C0-BB95-33D1B9D3A854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  <p:custDataLst>
              <p:tags r:id="rId1"/>
            </p:custDataLst>
          </p:nvPr>
        </p:nvSpPr>
        <p:spPr>
          <a:xfrm>
            <a:off x="608400" y="608400"/>
            <a:ext cx="10969200" cy="705600"/>
          </a:xfrm>
        </p:spPr>
        <p:txBody>
          <a:bodyPr vert="horz" lIns="90000" tIns="46800" rIns="90000" bIns="46800" rtlCol="0" anchor="ctr" anchorCtr="0">
            <a:normAutofit/>
          </a:bodyPr>
          <a:lstStyle/>
          <a:p>
            <a:pPr lvl="0"/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  <p:custDataLst>
              <p:tags r:id="rId2"/>
            </p:custDataLst>
          </p:nvPr>
        </p:nvSpPr>
        <p:spPr>
          <a:xfrm>
            <a:off x="608400" y="1501200"/>
            <a:ext cx="5176800" cy="4748400"/>
          </a:xfrm>
        </p:spPr>
        <p:txBody>
          <a:bodyPr vert="horz" lIns="90000" tIns="46800" rIns="90000" bIns="4680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  <p:custDataLst>
              <p:tags r:id="rId3"/>
            </p:custDataLst>
          </p:nvPr>
        </p:nvSpPr>
        <p:spPr>
          <a:xfrm>
            <a:off x="6411600" y="1501200"/>
            <a:ext cx="5176800" cy="4748400"/>
          </a:xfrm>
        </p:spPr>
        <p:txBody>
          <a:bodyPr lIns="90000" tIns="46800" rIns="90000" bIns="46800">
            <a:normAutofit/>
          </a:bodyPr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  <p:custDataLst>
              <p:tags r:id="rId4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en-US" smtClean="0"/>
              <a:t>10/7/2026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  <p:custDataLst>
              <p:tags r:id="rId5"/>
            </p:custDataLst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  <p:custDataLst>
              <p:tags r:id="rId6"/>
            </p:custDataLst>
          </p:nvPr>
        </p:nvSpPr>
        <p:spPr/>
        <p:txBody>
          <a:bodyPr/>
          <a:lstStyle/>
          <a:p>
            <a:fld id="{49AE70B2-8BF9-45C0-BB95-33D1B9D3A854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  <p:custDataLst>
              <p:tags r:id="rId1"/>
            </p:custDataLst>
          </p:nvPr>
        </p:nvSpPr>
        <p:spPr>
          <a:xfrm>
            <a:off x="608400" y="608400"/>
            <a:ext cx="10969200" cy="705600"/>
          </a:xfrm>
        </p:spPr>
        <p:txBody>
          <a:bodyPr vert="horz" lIns="90000" tIns="46800" rIns="90000" bIns="46800" rtlCol="0" anchor="ctr" anchorCtr="0">
            <a:normAutofit/>
          </a:bodyPr>
          <a:lstStyle/>
          <a:p>
            <a:pPr lvl="0"/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 hasCustomPrompt="1"/>
            <p:custDataLst>
              <p:tags r:id="rId2"/>
            </p:custDataLst>
          </p:nvPr>
        </p:nvSpPr>
        <p:spPr>
          <a:xfrm>
            <a:off x="608400" y="1429200"/>
            <a:ext cx="5342400" cy="381600"/>
          </a:xfrm>
        </p:spPr>
        <p:txBody>
          <a:bodyPr lIns="101600" tIns="38100" rIns="76200" bIns="38100" anchor="t" anchorCtr="0">
            <a:normAutofit/>
          </a:bodyPr>
          <a:lstStyle>
            <a:lvl1pPr marL="0" indent="0">
              <a:lnSpc>
                <a:spcPct val="100000"/>
              </a:lnSpc>
              <a:buNone/>
              <a:defRPr sz="2000" b="1" spc="2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dirty="0"/>
              <a:t>Click to edit text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  <p:custDataLst>
              <p:tags r:id="rId3"/>
            </p:custDataLst>
          </p:nvPr>
        </p:nvSpPr>
        <p:spPr>
          <a:xfrm>
            <a:off x="608400" y="1854000"/>
            <a:ext cx="5342400" cy="4395600"/>
          </a:xfrm>
        </p:spPr>
        <p:txBody>
          <a:bodyPr vert="horz" lIns="101600" tIns="0" rIns="82550" bIns="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 hasCustomPrompt="1"/>
            <p:custDataLst>
              <p:tags r:id="rId4"/>
            </p:custDataLst>
          </p:nvPr>
        </p:nvSpPr>
        <p:spPr>
          <a:xfrm>
            <a:off x="6235750" y="1421729"/>
            <a:ext cx="5342400" cy="381600"/>
          </a:xfrm>
        </p:spPr>
        <p:txBody>
          <a:bodyPr vert="horz" lIns="101600" tIns="38100" rIns="76200" bIns="38100" rtlCol="0" anchor="t" anchorCtr="0">
            <a:normAutofit/>
          </a:bodyPr>
          <a:lstStyle>
            <a:lvl1pPr marL="0" indent="0">
              <a:lnSpc>
                <a:spcPct val="100000"/>
              </a:lnSpc>
              <a:buNone/>
              <a:defRPr sz="2000" b="1" spc="2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text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  <p:custDataLst>
              <p:tags r:id="rId5"/>
            </p:custDataLst>
          </p:nvPr>
        </p:nvSpPr>
        <p:spPr>
          <a:xfrm>
            <a:off x="6235750" y="1854000"/>
            <a:ext cx="5342400" cy="4395600"/>
          </a:xfrm>
        </p:spPr>
        <p:txBody>
          <a:bodyPr vert="horz" lIns="101600" tIns="0" rIns="82550" bIns="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  <p:custDataLst>
              <p:tags r:id="rId6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en-US" smtClean="0"/>
              <a:t>10/7/2026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  <p:custDataLst>
              <p:tags r:id="rId7"/>
            </p:custDataLst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  <p:custDataLst>
              <p:tags r:id="rId8"/>
            </p:custDataLst>
          </p:nvPr>
        </p:nvSpPr>
        <p:spPr/>
        <p:txBody>
          <a:bodyPr/>
          <a:lstStyle/>
          <a:p>
            <a:fld id="{49AE70B2-8BF9-45C0-BB95-33D1B9D3A854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  <p:custDataLst>
              <p:tags r:id="rId1"/>
            </p:custDataLst>
          </p:nvPr>
        </p:nvSpPr>
        <p:spPr>
          <a:xfrm>
            <a:off x="608400" y="608400"/>
            <a:ext cx="10969200" cy="705600"/>
          </a:xfrm>
        </p:spPr>
        <p:txBody>
          <a:bodyPr vert="horz" lIns="90000" tIns="46800" rIns="90000" bIns="46800" rtlCol="0" anchor="ctr" anchorCtr="0">
            <a:normAutofit/>
          </a:bodyPr>
          <a:lstStyle/>
          <a:p>
            <a:pPr lvl="0"/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  <p:custDataLst>
              <p:tags r:id="rId2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en-US" smtClean="0"/>
              <a:t>10/7/2026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  <p:custDataLst>
              <p:tags r:id="rId3"/>
            </p:custDataLst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  <p:custDataLst>
              <p:tags r:id="rId4"/>
            </p:custDataLst>
          </p:nvPr>
        </p:nvSpPr>
        <p:spPr/>
        <p:txBody>
          <a:bodyPr/>
          <a:lstStyle/>
          <a:p>
            <a:fld id="{49AE70B2-8BF9-45C0-BB95-33D1B9D3A854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  <p:custDataLst>
              <p:tags r:id="rId1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en-US" smtClean="0"/>
              <a:t>10/7/2026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  <p:custDataLst>
              <p:tags r:id="rId2"/>
            </p:custDataLst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  <p:custDataLst>
              <p:tags r:id="rId3"/>
            </p:custDataLst>
          </p:nvPr>
        </p:nvSpPr>
        <p:spPr/>
        <p:txBody>
          <a:bodyPr/>
          <a:lstStyle/>
          <a:p>
            <a:fld id="{49AE70B2-8BF9-45C0-BB95-33D1B9D3A854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Picture Placeholder 2"/>
          <p:cNvSpPr>
            <a:spLocks noGrp="1"/>
          </p:cNvSpPr>
          <p:nvPr>
            <p:ph type="pic" idx="1"/>
            <p:custDataLst>
              <p:tags r:id="rId1"/>
            </p:custDataLst>
          </p:nvPr>
        </p:nvSpPr>
        <p:spPr>
          <a:xfrm>
            <a:off x="608400" y="1555200"/>
            <a:ext cx="5233077" cy="4608000"/>
          </a:xfrm>
        </p:spPr>
        <p:txBody>
          <a:bodyPr vert="horz" lIns="90000" tIns="46800" rIns="90000" bIns="46800" rtlCol="0">
            <a:normAutofit/>
          </a:bodyPr>
          <a:lstStyle>
            <a:lvl1pPr>
              <a:buNone/>
              <a:defRPr sz="1600"/>
            </a:lvl1pPr>
          </a:lstStyle>
          <a:p>
            <a:pPr lvl="0"/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  <p:custDataLst>
              <p:tags r:id="rId2"/>
            </p:custDataLst>
          </p:nvPr>
        </p:nvSpPr>
        <p:spPr>
          <a:xfrm>
            <a:off x="6350400" y="1555200"/>
            <a:ext cx="5227200" cy="4608000"/>
          </a:xfrm>
        </p:spPr>
        <p:txBody>
          <a:bodyPr vert="horz" lIns="90000" tIns="46800" rIns="90000" bIns="46800" rtlCol="0">
            <a:normAutofit/>
          </a:bodyPr>
          <a:lstStyle>
            <a:lvl1pPr>
              <a:buNone/>
              <a:defRPr sz="16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  <p:custDataLst>
              <p:tags r:id="rId3"/>
            </p:custDataLst>
          </p:nvPr>
        </p:nvSpPr>
        <p:spPr/>
        <p:txBody>
          <a:bodyPr/>
          <a:lstStyle/>
          <a:p>
            <a:fld id="{9EFD9D74-47D9-4702-A33C-335B63B48DBF}" type="datetimeFigureOut">
              <a:rPr lang="en-US" smtClean="0"/>
              <a:t>10/7/2026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  <p:custDataLst>
              <p:tags r:id="rId4"/>
            </p:custDataLst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  <p:custDataLst>
              <p:tags r:id="rId5"/>
            </p:custDataLst>
          </p:nvPr>
        </p:nvSpPr>
        <p:spPr/>
        <p:txBody>
          <a:bodyPr/>
          <a:lstStyle/>
          <a:p>
            <a:fld id="{FABC47A4-756D-490B-A52F-7D9E2C9FC05F}" type="slidenum">
              <a:rPr lang="en-US" smtClean="0"/>
              <a:t>‹#›</a:t>
            </a:fld>
            <a:endParaRPr lang="en-US"/>
          </a:p>
        </p:txBody>
      </p:sp>
      <p:sp>
        <p:nvSpPr>
          <p:cNvPr id="9" name="Title 8"/>
          <p:cNvSpPr>
            <a:spLocks noGrp="1"/>
          </p:cNvSpPr>
          <p:nvPr>
            <p:ph type="title"/>
            <p:custDataLst>
              <p:tags r:id="rId6"/>
            </p:custDataLst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 hasCustomPrompt="1"/>
            <p:custDataLst>
              <p:tags r:id="rId1"/>
            </p:custDataLst>
          </p:nvPr>
        </p:nvSpPr>
        <p:spPr>
          <a:xfrm>
            <a:off x="10234800" y="914400"/>
            <a:ext cx="1044000" cy="5029200"/>
          </a:xfrm>
        </p:spPr>
        <p:txBody>
          <a:bodyPr vert="eaVert" lIns="90000" tIns="46800" rIns="90000" bIns="46800" rtlCol="0" anchor="ctr" anchorCtr="0">
            <a:normAutofit/>
          </a:bodyPr>
          <a:lstStyle>
            <a:lvl1pPr>
              <a:buNone/>
              <a:defRPr sz="2800"/>
            </a:lvl1pPr>
          </a:lstStyle>
          <a:p>
            <a:pPr lvl="0"/>
            <a:r>
              <a:rPr lang="en-US"/>
              <a:t>Click to edit title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  <p:custDataLst>
              <p:tags r:id="rId2"/>
            </p:custDataLst>
          </p:nvPr>
        </p:nvSpPr>
        <p:spPr>
          <a:xfrm>
            <a:off x="914400" y="914400"/>
            <a:ext cx="9169200" cy="5029200"/>
          </a:xfrm>
        </p:spPr>
        <p:txBody>
          <a:bodyPr vert="eaVert" lIns="46800" tIns="46800" rIns="46800" bIns="46800"/>
          <a:lstStyle>
            <a:lvl1pPr marL="228600" indent="-228600">
              <a:spcAft>
                <a:spcPts val="1000"/>
              </a:spcAft>
              <a:defRPr spc="300"/>
            </a:lvl1pPr>
            <a:lvl2pPr marL="685800" indent="-228600">
              <a:defRPr spc="300"/>
            </a:lvl2pPr>
            <a:lvl3pPr marL="1143000" indent="-228600">
              <a:defRPr spc="300"/>
            </a:lvl3pPr>
            <a:lvl4pPr marL="1600200" indent="-228600">
              <a:defRPr spc="300"/>
            </a:lvl4pPr>
            <a:lvl5pPr marL="2057400" indent="-228600">
              <a:defRPr spc="300"/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  <p:custDataLst>
              <p:tags r:id="rId3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en-US" smtClean="0"/>
              <a:t>10/7/2026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  <p:custDataLst>
              <p:tags r:id="rId4"/>
            </p:custDataLst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  <p:custDataLst>
              <p:tags r:id="rId5"/>
            </p:custDataLst>
          </p:nvPr>
        </p:nvSpPr>
        <p:spPr/>
        <p:txBody>
          <a:bodyPr/>
          <a:lstStyle/>
          <a:p>
            <a:fld id="{49AE70B2-8BF9-45C0-BB95-33D1B9D3A854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Date Placeholder 2"/>
          <p:cNvSpPr>
            <a:spLocks noGrp="1"/>
          </p:cNvSpPr>
          <p:nvPr>
            <p:ph type="dt" sz="half" idx="10"/>
            <p:custDataLst>
              <p:tags r:id="rId1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en-US" smtClean="0"/>
              <a:t>10/7/2026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  <p:custDataLst>
              <p:tags r:id="rId2"/>
            </p:custDataLst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  <p:custDataLst>
              <p:tags r:id="rId3"/>
            </p:custDataLst>
          </p:nvPr>
        </p:nvSpPr>
        <p:spPr/>
        <p:txBody>
          <a:bodyPr/>
          <a:lstStyle/>
          <a:p>
            <a:fld id="{49AE70B2-8BF9-45C0-BB95-33D1B9D3A854}" type="slidenum">
              <a:rPr lang="en-US" smtClean="0"/>
              <a:t>‹#›</a:t>
            </a:fld>
            <a:endParaRPr lang="en-US"/>
          </a:p>
        </p:txBody>
      </p:sp>
      <p:sp>
        <p:nvSpPr>
          <p:cNvPr id="7" name="Content Placeholder 6"/>
          <p:cNvSpPr>
            <a:spLocks noGrp="1"/>
          </p:cNvSpPr>
          <p:nvPr>
            <p:ph sz="quarter" idx="13"/>
            <p:custDataLst>
              <p:tags r:id="rId4"/>
            </p:custDataLst>
          </p:nvPr>
        </p:nvSpPr>
        <p:spPr>
          <a:xfrm>
            <a:off x="608400" y="774000"/>
            <a:ext cx="10972800" cy="5482800"/>
          </a:xfrm>
        </p:spPr>
        <p:txBody>
          <a:bodyPr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Last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Date Placeholder 2"/>
          <p:cNvSpPr>
            <a:spLocks noGrp="1"/>
          </p:cNvSpPr>
          <p:nvPr>
            <p:ph type="dt" sz="half" idx="10"/>
            <p:custDataLst>
              <p:tags r:id="rId1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en-US" smtClean="0"/>
              <a:t>10/7/2026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  <p:custDataLst>
              <p:tags r:id="rId2"/>
            </p:custDataLst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  <p:custDataLst>
              <p:tags r:id="rId3"/>
            </p:custDataLst>
          </p:nvPr>
        </p:nvSpPr>
        <p:spPr/>
        <p:txBody>
          <a:bodyPr/>
          <a:lstStyle/>
          <a:p>
            <a:fld id="{49AE70B2-8BF9-45C0-BB95-33D1B9D3A854}" type="slidenum">
              <a:rPr lang="en-US" smtClean="0"/>
              <a:t>‹#›</a:t>
            </a:fld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title" hasCustomPrompt="1"/>
            <p:custDataLst>
              <p:tags r:id="rId4"/>
            </p:custDataLst>
          </p:nvPr>
        </p:nvSpPr>
        <p:spPr>
          <a:xfrm>
            <a:off x="1198800" y="2484000"/>
            <a:ext cx="9799200" cy="1018800"/>
          </a:xfrm>
        </p:spPr>
        <p:txBody>
          <a:bodyPr vert="horz" lIns="90000" tIns="46800" rIns="90000" bIns="46800" rtlCol="0" anchor="t" anchorCtr="0">
            <a:normAutofit/>
          </a:bodyPr>
          <a:lstStyle>
            <a:lvl1pPr algn="ctr">
              <a:defRPr sz="6000"/>
            </a:lvl1pPr>
          </a:lstStyle>
          <a:p>
            <a:pPr lvl="0"/>
            <a:r>
              <a:rPr lang="en-US"/>
              <a:t>Click to edit title</a:t>
            </a:r>
          </a:p>
        </p:txBody>
      </p:sp>
      <p:sp>
        <p:nvSpPr>
          <p:cNvPr id="7" name="Text Placeholder 6"/>
          <p:cNvSpPr>
            <a:spLocks noGrp="1"/>
          </p:cNvSpPr>
          <p:nvPr>
            <p:ph type="body" sz="quarter" idx="13"/>
            <p:custDataLst>
              <p:tags r:id="rId5"/>
            </p:custDataLst>
          </p:nvPr>
        </p:nvSpPr>
        <p:spPr>
          <a:xfrm>
            <a:off x="1198800" y="3560400"/>
            <a:ext cx="9799200" cy="471600"/>
          </a:xfrm>
        </p:spPr>
        <p:txBody>
          <a:bodyPr lIns="90000" tIns="46800" rIns="90000" bIns="46800">
            <a:normAutofit/>
          </a:bodyPr>
          <a:lstStyle>
            <a:lvl1pPr algn="ctr">
              <a:lnSpc>
                <a:spcPct val="110000"/>
              </a:lnSpc>
              <a:buNone/>
              <a:defRPr sz="2400" spc="200"/>
            </a:lvl1pPr>
          </a:lstStyle>
          <a:p>
            <a:pPr lvl="0"/>
            <a:r>
              <a:rPr lang="en-US" dirty="0"/>
              <a:t>Click to edit Master text styles</a:t>
            </a:r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ags" Target="../tags/tag1.xml"/><Relationship Id="rId18" Type="http://schemas.openxmlformats.org/officeDocument/2006/relationships/tags" Target="../tags/tag6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17" Type="http://schemas.openxmlformats.org/officeDocument/2006/relationships/tags" Target="../tags/tag5.xml"/><Relationship Id="rId2" Type="http://schemas.openxmlformats.org/officeDocument/2006/relationships/slideLayout" Target="../slideLayouts/slideLayout2.xml"/><Relationship Id="rId16" Type="http://schemas.openxmlformats.org/officeDocument/2006/relationships/tags" Target="../tags/tag4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tags" Target="../tags/tag3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tags" Target="../tags/tag2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  <p:custDataLst>
              <p:tags r:id="rId14"/>
            </p:custDataLst>
          </p:nvPr>
        </p:nvSpPr>
        <p:spPr>
          <a:xfrm>
            <a:off x="608400" y="608400"/>
            <a:ext cx="10969200" cy="705600"/>
          </a:xfrm>
          <a:prstGeom prst="rect">
            <a:avLst/>
          </a:prstGeom>
        </p:spPr>
        <p:txBody>
          <a:bodyPr vert="horz" lIns="90170" tIns="46990" rIns="90170" bIns="46990" rtlCol="0" anchor="ctr" anchorCtr="0">
            <a:normAutofit/>
          </a:bodyPr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  <p:custDataLst>
              <p:tags r:id="rId15"/>
            </p:custDataLst>
          </p:nvPr>
        </p:nvSpPr>
        <p:spPr>
          <a:xfrm>
            <a:off x="608400" y="1490400"/>
            <a:ext cx="10969200" cy="4759200"/>
          </a:xfrm>
          <a:prstGeom prst="rect">
            <a:avLst/>
          </a:prstGeom>
        </p:spPr>
        <p:txBody>
          <a:bodyPr vert="horz" lIns="90000" tIns="46800" rIns="90000" bIns="46800" rtlCol="0">
            <a:normAutofit/>
          </a:bodyPr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  <p:custDataLst>
              <p:tags r:id="rId16"/>
            </p:custDataLst>
          </p:nvPr>
        </p:nvSpPr>
        <p:spPr>
          <a:xfrm>
            <a:off x="612000" y="6314400"/>
            <a:ext cx="2700000" cy="3168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>
              <a:defRPr sz="1000" baseline="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60FBDFE-C587-4B4C-A407-44438C67B59E}" type="datetimeFigureOut">
              <a:rPr lang="en-US" smtClean="0"/>
              <a:t>10/7/2026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  <p:custDataLst>
              <p:tags r:id="rId17"/>
            </p:custDataLst>
          </p:nvPr>
        </p:nvSpPr>
        <p:spPr>
          <a:xfrm>
            <a:off x="4116000" y="6314400"/>
            <a:ext cx="3960000" cy="3168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ctr">
              <a:defRPr sz="1000" baseline="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  <p:custDataLst>
              <p:tags r:id="rId18"/>
            </p:custDataLst>
          </p:nvPr>
        </p:nvSpPr>
        <p:spPr>
          <a:xfrm>
            <a:off x="8877600" y="6314400"/>
            <a:ext cx="2700000" cy="3168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r">
              <a:defRPr sz="1000" baseline="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9AE70B2-8BF9-45C0-BB95-33D1B9D3A854}" type="slidenum">
              <a:rPr lang="en-US" smtClean="0"/>
              <a:t>‹#›</a:t>
            </a:fld>
            <a:endParaRPr lang="en-US" dirty="0"/>
          </a:p>
        </p:txBody>
      </p:sp>
    </p:spTree>
    <p:custDataLst>
      <p:tags r:id="rId13"/>
    </p:custData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fontAlgn="auto" latinLnBrk="0" hangingPunct="1">
        <a:lnSpc>
          <a:spcPct val="100000"/>
        </a:lnSpc>
        <a:spcBef>
          <a:spcPct val="0"/>
        </a:spcBef>
        <a:buNone/>
        <a:defRPr sz="3600" b="0" u="none" strike="noStrike" kern="1200" cap="none" spc="300" normalizeH="0" baseline="0">
          <a:solidFill>
            <a:schemeClr val="tx1">
              <a:lumMod val="85000"/>
              <a:lumOff val="15000"/>
            </a:schemeClr>
          </a:solidFill>
          <a:uFillTx/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fontAlgn="auto" latinLnBrk="0" hangingPunct="1">
        <a:lnSpc>
          <a:spcPct val="130000"/>
        </a:lnSpc>
        <a:spcBef>
          <a:spcPts val="0"/>
        </a:spcBef>
        <a:spcAft>
          <a:spcPts val="1000"/>
        </a:spcAft>
        <a:buFont typeface="Arial" panose="020B0604020202020204" pitchFamily="34" charset="0"/>
        <a:buChar char="●"/>
        <a:defRPr sz="1800" u="none" strike="noStrike" kern="1200" cap="none" spc="150" normalizeH="0" baseline="0">
          <a:solidFill>
            <a:schemeClr val="tx1">
              <a:lumMod val="65000"/>
              <a:lumOff val="35000"/>
            </a:schemeClr>
          </a:solidFill>
          <a:uFillTx/>
          <a:latin typeface="+mn-lt"/>
          <a:ea typeface="+mn-ea"/>
          <a:cs typeface="+mn-cs"/>
        </a:defRPr>
      </a:lvl1pPr>
      <a:lvl2pPr marL="685800" indent="-228600" algn="l" defTabSz="914400" rtl="0" eaLnBrk="1" fontAlgn="auto" latinLnBrk="0" hangingPunct="1">
        <a:lnSpc>
          <a:spcPct val="120000"/>
        </a:lnSpc>
        <a:spcBef>
          <a:spcPts val="0"/>
        </a:spcBef>
        <a:spcAft>
          <a:spcPts val="600"/>
        </a:spcAft>
        <a:buFont typeface="Arial" panose="020B0604020202020204" pitchFamily="34" charset="0"/>
        <a:buChar char="●"/>
        <a:tabLst>
          <a:tab pos="1609725" algn="l"/>
          <a:tab pos="1609725" algn="l"/>
          <a:tab pos="1609725" algn="l"/>
          <a:tab pos="1609725" algn="l"/>
        </a:tabLst>
        <a:defRPr sz="1600" u="none" strike="noStrike" kern="1200" cap="none" spc="150" normalizeH="0" baseline="0">
          <a:solidFill>
            <a:schemeClr val="tx1">
              <a:lumMod val="65000"/>
              <a:lumOff val="35000"/>
            </a:schemeClr>
          </a:solidFill>
          <a:uFillTx/>
          <a:latin typeface="+mn-lt"/>
          <a:ea typeface="+mn-ea"/>
          <a:cs typeface="+mn-cs"/>
        </a:defRPr>
      </a:lvl2pPr>
      <a:lvl3pPr marL="1143000" indent="-228600" algn="l" defTabSz="914400" rtl="0" eaLnBrk="1" fontAlgn="auto" latinLnBrk="0" hangingPunct="1">
        <a:lnSpc>
          <a:spcPct val="120000"/>
        </a:lnSpc>
        <a:spcBef>
          <a:spcPts val="0"/>
        </a:spcBef>
        <a:spcAft>
          <a:spcPts val="600"/>
        </a:spcAft>
        <a:buFont typeface="Arial" panose="020B0604020202020204" pitchFamily="34" charset="0"/>
        <a:buChar char="●"/>
        <a:defRPr sz="1600" u="none" strike="noStrike" kern="1200" cap="none" spc="150" normalizeH="0" baseline="0">
          <a:solidFill>
            <a:schemeClr val="tx1">
              <a:lumMod val="65000"/>
              <a:lumOff val="35000"/>
            </a:schemeClr>
          </a:solidFill>
          <a:uFillTx/>
          <a:latin typeface="+mn-lt"/>
          <a:ea typeface="+mn-ea"/>
          <a:cs typeface="+mn-cs"/>
        </a:defRPr>
      </a:lvl3pPr>
      <a:lvl4pPr marL="1600200" indent="-228600" algn="l" defTabSz="914400" rtl="0" eaLnBrk="1" fontAlgn="auto" latinLnBrk="0" hangingPunct="1">
        <a:lnSpc>
          <a:spcPct val="120000"/>
        </a:lnSpc>
        <a:spcBef>
          <a:spcPts val="0"/>
        </a:spcBef>
        <a:spcAft>
          <a:spcPts val="300"/>
        </a:spcAft>
        <a:buFont typeface="Wingdings" panose="05000000000000000000" charset="0"/>
        <a:buChar char=""/>
        <a:defRPr sz="1400" u="none" strike="noStrike" kern="1200" cap="none" spc="150" normalizeH="0" baseline="0">
          <a:solidFill>
            <a:schemeClr val="tx1">
              <a:lumMod val="65000"/>
              <a:lumOff val="35000"/>
            </a:schemeClr>
          </a:solidFill>
          <a:uFillTx/>
          <a:latin typeface="+mn-lt"/>
          <a:ea typeface="+mn-ea"/>
          <a:cs typeface="+mn-cs"/>
        </a:defRPr>
      </a:lvl4pPr>
      <a:lvl5pPr marL="2057400" indent="-228600" algn="l" defTabSz="914400" rtl="0" eaLnBrk="1" fontAlgn="auto" latinLnBrk="0" hangingPunct="1">
        <a:lnSpc>
          <a:spcPct val="120000"/>
        </a:lnSpc>
        <a:spcBef>
          <a:spcPts val="0"/>
        </a:spcBef>
        <a:spcAft>
          <a:spcPts val="300"/>
        </a:spcAft>
        <a:buFont typeface="Arial" panose="020B0604020202020204" pitchFamily="34" charset="0"/>
        <a:buChar char="•"/>
        <a:defRPr sz="1400" u="none" strike="noStrike" kern="1200" cap="none" spc="150" normalizeH="0" baseline="0">
          <a:solidFill>
            <a:schemeClr val="tx1">
              <a:lumMod val="65000"/>
              <a:lumOff val="35000"/>
            </a:schemeClr>
          </a:solidFill>
          <a:uFillTx/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slideLayout" Target="../slideLayouts/slideLayout1.xml"/><Relationship Id="rId1" Type="http://schemas.openxmlformats.org/officeDocument/2006/relationships/tags" Target="../tags/tag63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.xml"/><Relationship Id="rId2" Type="http://schemas.openxmlformats.org/officeDocument/2006/relationships/slideLayout" Target="../slideLayouts/slideLayout2.xml"/><Relationship Id="rId1" Type="http://schemas.openxmlformats.org/officeDocument/2006/relationships/tags" Target="../tags/tag64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slideLayout" Target="../slideLayouts/slideLayout2.xml"/><Relationship Id="rId1" Type="http://schemas.openxmlformats.org/officeDocument/2006/relationships/tags" Target="../tags/tag65.xml"/></Relationships>
</file>

<file path=ppt/slides/_rels/slide4.xml.rels><?xml version="1.0" encoding="UTF-8" standalone="yes"?>
<Relationships xmlns="http://schemas.openxmlformats.org/package/2006/relationships"><Relationship Id="rId8" Type="http://schemas.openxmlformats.org/officeDocument/2006/relationships/image" Target="../media/image8.jpeg"/><Relationship Id="rId3" Type="http://schemas.openxmlformats.org/officeDocument/2006/relationships/image" Target="../media/image3.jpeg"/><Relationship Id="rId7" Type="http://schemas.openxmlformats.org/officeDocument/2006/relationships/image" Target="../media/image7.jpeg"/><Relationship Id="rId2" Type="http://schemas.openxmlformats.org/officeDocument/2006/relationships/slideLayout" Target="../slideLayouts/slideLayout2.xml"/><Relationship Id="rId1" Type="http://schemas.openxmlformats.org/officeDocument/2006/relationships/tags" Target="../tags/tag66.xml"/><Relationship Id="rId6" Type="http://schemas.openxmlformats.org/officeDocument/2006/relationships/image" Target="../media/image6.jpeg"/><Relationship Id="rId5" Type="http://schemas.openxmlformats.org/officeDocument/2006/relationships/image" Target="../media/image5.jpeg"/><Relationship Id="rId4" Type="http://schemas.openxmlformats.org/officeDocument/2006/relationships/image" Target="../media/image4.jpeg"/><Relationship Id="rId9" Type="http://schemas.openxmlformats.org/officeDocument/2006/relationships/image" Target="../media/image9.jpeg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jpe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jpeg"/><Relationship Id="rId2" Type="http://schemas.openxmlformats.org/officeDocument/2006/relationships/image" Target="../media/image11.jpe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3.jpeg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jpe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jpe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19.png"/><Relationship Id="rId4" Type="http://schemas.openxmlformats.org/officeDocument/2006/relationships/image" Target="../media/image18.png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0.jpe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 Box 4"/>
          <p:cNvSpPr txBox="1"/>
          <p:nvPr/>
        </p:nvSpPr>
        <p:spPr>
          <a:xfrm>
            <a:off x="2967355" y="704215"/>
            <a:ext cx="4064000" cy="76835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4400"/>
              <a:t>IAD, ISD, IBD </a:t>
            </a:r>
          </a:p>
        </p:txBody>
      </p:sp>
      <p:cxnSp>
        <p:nvCxnSpPr>
          <p:cNvPr id="7" name="Straight Arrow Connector 6"/>
          <p:cNvCxnSpPr/>
          <p:nvPr/>
        </p:nvCxnSpPr>
        <p:spPr>
          <a:xfrm flipH="1">
            <a:off x="2788920" y="1557020"/>
            <a:ext cx="1801495" cy="1906270"/>
          </a:xfrm>
          <a:prstGeom prst="straightConnector1">
            <a:avLst/>
          </a:prstGeom>
          <a:ln>
            <a:tailEnd type="arrow"/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sp>
        <p:nvSpPr>
          <p:cNvPr id="8" name="Text Box 7"/>
          <p:cNvSpPr txBox="1"/>
          <p:nvPr/>
        </p:nvSpPr>
        <p:spPr>
          <a:xfrm>
            <a:off x="719455" y="3630295"/>
            <a:ext cx="4924425" cy="528955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r>
              <a:rPr lang="en-US" i="1"/>
              <a:t>Dosen pengampu : </a:t>
            </a:r>
            <a:r>
              <a:rPr lang="en-US" altLang="en-US" i="1"/>
              <a:t>Humairoul Muhlishoh,M.Pd</a:t>
            </a:r>
          </a:p>
        </p:txBody>
      </p:sp>
      <p:pic>
        <p:nvPicPr>
          <p:cNvPr id="9" name="Picture 8" descr="WhatsApp Image 2026-10-04 at 22.19.03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369175" y="1275715"/>
            <a:ext cx="3559175" cy="4448810"/>
          </a:xfrm>
          <a:prstGeom prst="rect">
            <a:avLst/>
          </a:prstGeom>
          <a:effectLst>
            <a:innerShdw blurRad="63500" dist="50800" dir="8100000">
              <a:prstClr val="black">
                <a:alpha val="50000"/>
              </a:prstClr>
            </a:innerShdw>
          </a:effectLst>
          <a:scene3d>
            <a:camera prst="isometricOffAxis2Left"/>
            <a:lightRig rig="threePt" dir="t"/>
          </a:scene3d>
        </p:spPr>
      </p:pic>
      <p:sp>
        <p:nvSpPr>
          <p:cNvPr id="10" name="Text Box 9"/>
          <p:cNvSpPr txBox="1"/>
          <p:nvPr/>
        </p:nvSpPr>
        <p:spPr>
          <a:xfrm>
            <a:off x="696595" y="4672330"/>
            <a:ext cx="4064000" cy="119888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i="1"/>
              <a:t>presentator 1. Khairul Umam </a:t>
            </a:r>
            <a:br>
              <a:rPr lang="en-US" i="1"/>
            </a:br>
            <a:r>
              <a:rPr lang="en-US" i="1"/>
              <a:t>                    2. Ahmad Nabil Maulana</a:t>
            </a:r>
            <a:br>
              <a:rPr lang="en-US" i="1"/>
            </a:br>
            <a:r>
              <a:rPr lang="en-US" i="1"/>
              <a:t>                    3. Muhamad Fadilillah </a:t>
            </a:r>
            <a:br>
              <a:rPr lang="en-US" i="1"/>
            </a:br>
            <a:r>
              <a:rPr lang="en-US" i="1"/>
              <a:t>                    4. Aiman Sibgatullah M</a:t>
            </a:r>
          </a:p>
        </p:txBody>
      </p:sp>
      <p:sp>
        <p:nvSpPr>
          <p:cNvPr id="3" name="Text Box 2"/>
          <p:cNvSpPr txBox="1"/>
          <p:nvPr/>
        </p:nvSpPr>
        <p:spPr>
          <a:xfrm>
            <a:off x="7557770" y="5575935"/>
            <a:ext cx="4064000" cy="583565"/>
          </a:xfrm>
          <a:prstGeom prst="rect">
            <a:avLst/>
          </a:prstGeom>
          <a:noFill/>
          <a:effectLst>
            <a:innerShdw blurRad="63500" dist="50800" dir="10800000">
              <a:prstClr val="black">
                <a:alpha val="50000"/>
              </a:prstClr>
            </a:innerShdw>
          </a:effectLst>
        </p:spPr>
        <p:txBody>
          <a:bodyPr wrap="square" rtlCol="0">
            <a:prstTxWarp prst="textFadeDown">
              <a:avLst/>
            </a:prstTxWarp>
            <a:spAutoFit/>
          </a:bodyPr>
          <a:lstStyle/>
          <a:p>
            <a:r>
              <a:rPr lang="en-US" sz="3200" b="1" i="1">
                <a:solidFill>
                  <a:schemeClr val="tx1"/>
                </a:solidFill>
              </a:rPr>
              <a:t>UNTAQQ</a:t>
            </a:r>
          </a:p>
        </p:txBody>
      </p:sp>
    </p:spTree>
    <p:custDataLst>
      <p:tags r:id="rId1"/>
    </p:custData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Box 3"/>
          <p:cNvSpPr txBox="1"/>
          <p:nvPr/>
        </p:nvSpPr>
        <p:spPr>
          <a:xfrm>
            <a:off x="4025265" y="457200"/>
            <a:ext cx="4585970" cy="887095"/>
          </a:xfrm>
          <a:prstGeom prst="rect">
            <a:avLst/>
          </a:prstGeom>
          <a:noFill/>
          <a:effectLst>
            <a:innerShdw blurRad="63500" dist="50800" dir="10800000">
              <a:prstClr val="black">
                <a:alpha val="50000"/>
              </a:prstClr>
            </a:innerShdw>
          </a:effectLst>
        </p:spPr>
        <p:txBody>
          <a:bodyPr wrap="square" rtlCol="0">
            <a:noAutofit/>
            <a:scene3d>
              <a:camera prst="orthographicFront"/>
              <a:lightRig rig="threePt" dir="t"/>
            </a:scene3d>
          </a:bodyPr>
          <a:lstStyle/>
          <a:p>
            <a:r>
              <a:rPr lang="en-US" altLang="en-US" sz="2400">
                <a:solidFill>
                  <a:schemeClr val="tx1"/>
                </a:solidFill>
                <a:effectLst>
                  <a:outerShdw blurRad="75057" dist="38100" dir="5400000" sy="-20000" rotWithShape="0">
                    <a:prstClr val="black">
                      <a:alpha val="25000"/>
                    </a:prstClr>
                  </a:outerShdw>
                </a:effectLst>
              </a:rPr>
              <a:t>IPTEK DAN KRISIS EKOLOGI</a:t>
            </a:r>
          </a:p>
        </p:txBody>
      </p:sp>
      <p:cxnSp>
        <p:nvCxnSpPr>
          <p:cNvPr id="7" name="Straight Arrow Connector 6"/>
          <p:cNvCxnSpPr>
            <a:endCxn id="8" idx="0"/>
          </p:cNvCxnSpPr>
          <p:nvPr/>
        </p:nvCxnSpPr>
        <p:spPr>
          <a:xfrm flipH="1">
            <a:off x="1837690" y="1344295"/>
            <a:ext cx="4123690" cy="1537970"/>
          </a:xfrm>
          <a:prstGeom prst="straightConnector1">
            <a:avLst/>
          </a:prstGeom>
          <a:ln>
            <a:tailEnd type="arrow"/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sp>
        <p:nvSpPr>
          <p:cNvPr id="8" name="Text Box 7"/>
          <p:cNvSpPr txBox="1"/>
          <p:nvPr/>
        </p:nvSpPr>
        <p:spPr>
          <a:xfrm>
            <a:off x="572770" y="2882265"/>
            <a:ext cx="2529205" cy="459740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r>
              <a:rPr lang="en-US"/>
              <a:t>perkembangan Iptek </a:t>
            </a:r>
          </a:p>
        </p:txBody>
      </p:sp>
      <p:sp>
        <p:nvSpPr>
          <p:cNvPr id="9" name="Text Box 8"/>
          <p:cNvSpPr txBox="1"/>
          <p:nvPr/>
        </p:nvSpPr>
        <p:spPr>
          <a:xfrm>
            <a:off x="896620" y="4144010"/>
            <a:ext cx="4064000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/>
              <a:t>Pandangan Islam terhadap Iptek</a:t>
            </a:r>
          </a:p>
        </p:txBody>
      </p:sp>
      <p:sp>
        <p:nvSpPr>
          <p:cNvPr id="10" name="Text Box 9"/>
          <p:cNvSpPr txBox="1"/>
          <p:nvPr/>
        </p:nvSpPr>
        <p:spPr>
          <a:xfrm>
            <a:off x="5011420" y="4144010"/>
            <a:ext cx="3832860" cy="287020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r>
              <a:rPr lang="en-US"/>
              <a:t>Pandangan Barat Terhadap Iptek</a:t>
            </a:r>
          </a:p>
        </p:txBody>
      </p:sp>
      <p:sp>
        <p:nvSpPr>
          <p:cNvPr id="11" name="Text Box 10"/>
          <p:cNvSpPr txBox="1"/>
          <p:nvPr/>
        </p:nvSpPr>
        <p:spPr>
          <a:xfrm>
            <a:off x="8844280" y="4144010"/>
            <a:ext cx="4064000" cy="6451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/>
              <a:t>Dampak perkembangan Iptek terhadap Lingkungan</a:t>
            </a:r>
          </a:p>
        </p:txBody>
      </p:sp>
      <p:sp>
        <p:nvSpPr>
          <p:cNvPr id="12" name="Text Box 11"/>
          <p:cNvSpPr txBox="1"/>
          <p:nvPr/>
        </p:nvSpPr>
        <p:spPr>
          <a:xfrm>
            <a:off x="8453120" y="2421255"/>
            <a:ext cx="3413125" cy="6451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/>
              <a:t>Konsep Tanggung jawab etis Manusia Terhadap Lingkungan</a:t>
            </a:r>
          </a:p>
        </p:txBody>
      </p:sp>
      <p:cxnSp>
        <p:nvCxnSpPr>
          <p:cNvPr id="13" name="Straight Arrow Connector 12"/>
          <p:cNvCxnSpPr/>
          <p:nvPr/>
        </p:nvCxnSpPr>
        <p:spPr>
          <a:xfrm flipH="1">
            <a:off x="3399790" y="1344295"/>
            <a:ext cx="2620645" cy="2668270"/>
          </a:xfrm>
          <a:prstGeom prst="straightConnector1">
            <a:avLst/>
          </a:prstGeom>
          <a:ln>
            <a:tailEnd type="arrow"/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cxnSp>
        <p:nvCxnSpPr>
          <p:cNvPr id="15" name="Straight Arrow Connector 14"/>
          <p:cNvCxnSpPr/>
          <p:nvPr/>
        </p:nvCxnSpPr>
        <p:spPr>
          <a:xfrm>
            <a:off x="6020435" y="1344295"/>
            <a:ext cx="220980" cy="2583815"/>
          </a:xfrm>
          <a:prstGeom prst="straightConnector1">
            <a:avLst/>
          </a:prstGeom>
          <a:ln>
            <a:tailEnd type="arrow"/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cxnSp>
        <p:nvCxnSpPr>
          <p:cNvPr id="16" name="Straight Arrow Connector 15"/>
          <p:cNvCxnSpPr/>
          <p:nvPr/>
        </p:nvCxnSpPr>
        <p:spPr>
          <a:xfrm>
            <a:off x="6020435" y="1344295"/>
            <a:ext cx="3862070" cy="2863215"/>
          </a:xfrm>
          <a:prstGeom prst="straightConnector1">
            <a:avLst/>
          </a:prstGeom>
          <a:ln>
            <a:tailEnd type="arrow"/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cxnSp>
        <p:nvCxnSpPr>
          <p:cNvPr id="17" name="Straight Arrow Connector 16"/>
          <p:cNvCxnSpPr/>
          <p:nvPr/>
        </p:nvCxnSpPr>
        <p:spPr>
          <a:xfrm>
            <a:off x="6000115" y="1336040"/>
            <a:ext cx="2510790" cy="1092835"/>
          </a:xfrm>
          <a:prstGeom prst="straightConnector1">
            <a:avLst/>
          </a:prstGeom>
          <a:ln>
            <a:tailEnd type="arrow"/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sp>
        <p:nvSpPr>
          <p:cNvPr id="18" name="Text Box 17"/>
          <p:cNvSpPr txBox="1"/>
          <p:nvPr/>
        </p:nvSpPr>
        <p:spPr>
          <a:xfrm>
            <a:off x="8987790" y="5016500"/>
            <a:ext cx="2528570" cy="645160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/>
              <a:t>Dampak positif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/>
              <a:t>Dampak Negatif</a:t>
            </a:r>
          </a:p>
        </p:txBody>
      </p:sp>
    </p:spTree>
    <p:custDataLst>
      <p:tags r:id="rId1"/>
    </p:custData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Box 3"/>
          <p:cNvSpPr txBox="1"/>
          <p:nvPr/>
        </p:nvSpPr>
        <p:spPr>
          <a:xfrm>
            <a:off x="3441700" y="384175"/>
            <a:ext cx="4679315" cy="555625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r>
              <a:rPr lang="en-US" sz="2400">
                <a:effectLst>
                  <a:outerShdw blurRad="75057" dist="38100" dir="5400000" sy="-20000" rotWithShape="0">
                    <a:prstClr val="black">
                      <a:alpha val="25000"/>
                    </a:prstClr>
                  </a:outerShdw>
                </a:effectLst>
              </a:rPr>
              <a:t>Perkembangan Iptek</a:t>
            </a:r>
          </a:p>
        </p:txBody>
      </p:sp>
      <p:pic>
        <p:nvPicPr>
          <p:cNvPr id="5" name="Picture 4" descr="human evolution"/>
          <p:cNvPicPr>
            <a:picLocks noChangeAspect="1"/>
          </p:cNvPicPr>
          <p:nvPr/>
        </p:nvPicPr>
        <p:blipFill>
          <a:blip r:embed="rId3"/>
          <a:srcRect t="3842" r="5328"/>
          <a:stretch>
            <a:fillRect/>
          </a:stretch>
        </p:blipFill>
        <p:spPr>
          <a:xfrm>
            <a:off x="520700" y="1546225"/>
            <a:ext cx="3104515" cy="3834765"/>
          </a:xfrm>
          <a:prstGeom prst="rect">
            <a:avLst/>
          </a:prstGeom>
        </p:spPr>
      </p:pic>
      <p:cxnSp>
        <p:nvCxnSpPr>
          <p:cNvPr id="6" name="Straight Arrow Connector 5"/>
          <p:cNvCxnSpPr/>
          <p:nvPr/>
        </p:nvCxnSpPr>
        <p:spPr>
          <a:xfrm flipV="1">
            <a:off x="2434590" y="2178685"/>
            <a:ext cx="1807210" cy="27305"/>
          </a:xfrm>
          <a:prstGeom prst="straightConnector1">
            <a:avLst/>
          </a:prstGeom>
          <a:ln>
            <a:tailEnd type="arrow"/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cxnSp>
        <p:nvCxnSpPr>
          <p:cNvPr id="7" name="Straight Arrow Connector 6"/>
          <p:cNvCxnSpPr/>
          <p:nvPr/>
        </p:nvCxnSpPr>
        <p:spPr>
          <a:xfrm flipH="1">
            <a:off x="3010535" y="4539615"/>
            <a:ext cx="6985" cy="0"/>
          </a:xfrm>
          <a:prstGeom prst="straightConnector1">
            <a:avLst/>
          </a:prstGeom>
          <a:ln>
            <a:tailEnd type="arrow"/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cxnSp>
        <p:nvCxnSpPr>
          <p:cNvPr id="8" name="Straight Arrow Connector 7"/>
          <p:cNvCxnSpPr/>
          <p:nvPr/>
        </p:nvCxnSpPr>
        <p:spPr>
          <a:xfrm flipV="1">
            <a:off x="2434590" y="4559935"/>
            <a:ext cx="1795780" cy="41275"/>
          </a:xfrm>
          <a:prstGeom prst="straightConnector1">
            <a:avLst/>
          </a:prstGeom>
          <a:ln>
            <a:tailEnd type="arrow"/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sp>
        <p:nvSpPr>
          <p:cNvPr id="9" name="Text Box 8"/>
          <p:cNvSpPr txBox="1"/>
          <p:nvPr/>
        </p:nvSpPr>
        <p:spPr>
          <a:xfrm>
            <a:off x="3813810" y="4907915"/>
            <a:ext cx="1214120" cy="236220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r>
              <a:rPr lang="en-US"/>
              <a:t>Then </a:t>
            </a:r>
          </a:p>
        </p:txBody>
      </p:sp>
      <p:sp>
        <p:nvSpPr>
          <p:cNvPr id="10" name="Text Box 9"/>
          <p:cNvSpPr txBox="1"/>
          <p:nvPr/>
        </p:nvSpPr>
        <p:spPr>
          <a:xfrm>
            <a:off x="3735705" y="2433320"/>
            <a:ext cx="1550670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/>
              <a:t>Now </a:t>
            </a:r>
          </a:p>
        </p:txBody>
      </p:sp>
      <p:sp>
        <p:nvSpPr>
          <p:cNvPr id="11" name="Text Box 10"/>
          <p:cNvSpPr txBox="1"/>
          <p:nvPr/>
        </p:nvSpPr>
        <p:spPr>
          <a:xfrm>
            <a:off x="4319270" y="2038985"/>
            <a:ext cx="1214120" cy="30670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400"/>
              <a:t>B2 Spirit</a:t>
            </a:r>
          </a:p>
        </p:txBody>
      </p:sp>
      <p:sp>
        <p:nvSpPr>
          <p:cNvPr id="12" name="Text Box 11"/>
          <p:cNvSpPr txBox="1"/>
          <p:nvPr/>
        </p:nvSpPr>
        <p:spPr>
          <a:xfrm>
            <a:off x="4388485" y="4427220"/>
            <a:ext cx="1144905" cy="30670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400"/>
              <a:t>cavalry</a:t>
            </a:r>
          </a:p>
        </p:txBody>
      </p:sp>
      <p:sp>
        <p:nvSpPr>
          <p:cNvPr id="14" name="Text Box 13"/>
          <p:cNvSpPr txBox="1"/>
          <p:nvPr/>
        </p:nvSpPr>
        <p:spPr>
          <a:xfrm>
            <a:off x="324485" y="5841365"/>
            <a:ext cx="4064000" cy="431165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r>
              <a:rPr lang="en-US" altLang="en-US" sz="1200" b="1" i="1"/>
              <a:t>More than 100 years of human evolution in one perfect photo. </a:t>
            </a:r>
            <a:r>
              <a:rPr lang="zh-CN" altLang="en-US" sz="1200" b="1" i="1"/>
              <a:t>📸</a:t>
            </a:r>
          </a:p>
        </p:txBody>
      </p:sp>
      <p:sp>
        <p:nvSpPr>
          <p:cNvPr id="16" name="Text Box 15"/>
          <p:cNvSpPr txBox="1"/>
          <p:nvPr/>
        </p:nvSpPr>
        <p:spPr>
          <a:xfrm>
            <a:off x="7688580" y="3714750"/>
            <a:ext cx="4064000" cy="119888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en-US"/>
              <a:t>adalah proses bertambah dan majunya ilmu pengetahuan serta teknologi dari waktu ke waktu untuk mempermudah aktivitas manusia.</a:t>
            </a:r>
          </a:p>
        </p:txBody>
      </p:sp>
      <p:cxnSp>
        <p:nvCxnSpPr>
          <p:cNvPr id="17" name="Straight Arrow Connector 16"/>
          <p:cNvCxnSpPr/>
          <p:nvPr/>
        </p:nvCxnSpPr>
        <p:spPr>
          <a:xfrm>
            <a:off x="6167120" y="904875"/>
            <a:ext cx="2275840" cy="2829560"/>
          </a:xfrm>
          <a:prstGeom prst="straightConnector1">
            <a:avLst/>
          </a:prstGeom>
          <a:ln>
            <a:tailEnd type="arrow"/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</p:spTree>
    <p:custDataLst>
      <p:tags r:id="rId1"/>
    </p:custData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Picture 8" descr="spacex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83895" y="364490"/>
            <a:ext cx="1506220" cy="1819910"/>
          </a:xfrm>
          <a:prstGeom prst="rect">
            <a:avLst/>
          </a:prstGeom>
        </p:spPr>
      </p:pic>
      <p:pic>
        <p:nvPicPr>
          <p:cNvPr id="10" name="Picture 9" descr="pabrik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81380" y="3701415"/>
            <a:ext cx="2593975" cy="1732280"/>
          </a:xfrm>
          <a:prstGeom prst="rect">
            <a:avLst/>
          </a:prstGeom>
        </p:spPr>
      </p:pic>
      <p:pic>
        <p:nvPicPr>
          <p:cNvPr id="11" name="Picture 10" descr="traktor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311775" y="364490"/>
            <a:ext cx="1762125" cy="1820545"/>
          </a:xfrm>
          <a:prstGeom prst="rect">
            <a:avLst/>
          </a:prstGeom>
        </p:spPr>
      </p:pic>
      <p:pic>
        <p:nvPicPr>
          <p:cNvPr id="12" name="Picture 11" descr="panelsurya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592320" y="3836035"/>
            <a:ext cx="2227580" cy="1819910"/>
          </a:xfrm>
          <a:prstGeom prst="rect">
            <a:avLst/>
          </a:prstGeom>
        </p:spPr>
      </p:pic>
      <p:pic>
        <p:nvPicPr>
          <p:cNvPr id="13" name="Picture 12" descr="senso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2915285" y="360680"/>
            <a:ext cx="1830705" cy="1823720"/>
          </a:xfrm>
          <a:prstGeom prst="rect">
            <a:avLst/>
          </a:prstGeom>
        </p:spPr>
      </p:pic>
      <p:pic>
        <p:nvPicPr>
          <p:cNvPr id="14" name="Picture 13" descr="rudal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7840345" y="587375"/>
            <a:ext cx="2571115" cy="1731645"/>
          </a:xfrm>
          <a:prstGeom prst="rect">
            <a:avLst/>
          </a:prstGeom>
        </p:spPr>
      </p:pic>
      <p:pic>
        <p:nvPicPr>
          <p:cNvPr id="15" name="Picture 14" descr="energifosil"/>
          <p:cNvPicPr>
            <a:picLocks noChangeAspect="1"/>
          </p:cNvPicPr>
          <p:nvPr/>
        </p:nvPicPr>
        <p:blipFill>
          <a:blip r:embed="rId9"/>
          <a:srcRect r="13383"/>
          <a:stretch>
            <a:fillRect/>
          </a:stretch>
        </p:blipFill>
        <p:spPr>
          <a:xfrm>
            <a:off x="8183880" y="3637915"/>
            <a:ext cx="2227580" cy="2216150"/>
          </a:xfrm>
          <a:prstGeom prst="rect">
            <a:avLst/>
          </a:prstGeom>
        </p:spPr>
      </p:pic>
      <p:sp>
        <p:nvSpPr>
          <p:cNvPr id="16" name="Text Box 15"/>
          <p:cNvSpPr txBox="1"/>
          <p:nvPr/>
        </p:nvSpPr>
        <p:spPr>
          <a:xfrm>
            <a:off x="842645" y="2458085"/>
            <a:ext cx="2072640" cy="308610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r>
              <a:rPr lang="en-US" sz="1600"/>
              <a:t>Antariksa </a:t>
            </a:r>
          </a:p>
          <a:p>
            <a:endParaRPr lang="en-US" sz="1600"/>
          </a:p>
        </p:txBody>
      </p:sp>
      <p:sp>
        <p:nvSpPr>
          <p:cNvPr id="17" name="Text Box 16"/>
          <p:cNvSpPr txBox="1"/>
          <p:nvPr/>
        </p:nvSpPr>
        <p:spPr>
          <a:xfrm>
            <a:off x="2915285" y="2549525"/>
            <a:ext cx="2227580" cy="308610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r>
              <a:rPr lang="en-US" sz="1600"/>
              <a:t>kehutanan</a:t>
            </a:r>
            <a:endParaRPr lang="en-US"/>
          </a:p>
        </p:txBody>
      </p:sp>
      <p:sp>
        <p:nvSpPr>
          <p:cNvPr id="18" name="Text Box 17"/>
          <p:cNvSpPr txBox="1"/>
          <p:nvPr/>
        </p:nvSpPr>
        <p:spPr>
          <a:xfrm>
            <a:off x="5311775" y="2549525"/>
            <a:ext cx="1830070" cy="308610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r>
              <a:rPr lang="en-US" sz="1600"/>
              <a:t>Pertanian </a:t>
            </a:r>
            <a:endParaRPr lang="en-US"/>
          </a:p>
        </p:txBody>
      </p:sp>
      <p:sp>
        <p:nvSpPr>
          <p:cNvPr id="19" name="Text Box 18"/>
          <p:cNvSpPr txBox="1"/>
          <p:nvPr/>
        </p:nvSpPr>
        <p:spPr>
          <a:xfrm>
            <a:off x="8582025" y="2607945"/>
            <a:ext cx="1088390" cy="250190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r>
              <a:rPr lang="en-US" sz="1600"/>
              <a:t>Militer</a:t>
            </a:r>
            <a:endParaRPr lang="en-US"/>
          </a:p>
        </p:txBody>
      </p:sp>
      <p:sp>
        <p:nvSpPr>
          <p:cNvPr id="20" name="Text Box 19"/>
          <p:cNvSpPr txBox="1"/>
          <p:nvPr/>
        </p:nvSpPr>
        <p:spPr>
          <a:xfrm>
            <a:off x="427990" y="5733415"/>
            <a:ext cx="2072005" cy="309880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r>
              <a:rPr lang="en-US"/>
              <a:t>Industri</a:t>
            </a:r>
          </a:p>
        </p:txBody>
      </p:sp>
      <p:sp>
        <p:nvSpPr>
          <p:cNvPr id="21" name="Text Box 20"/>
          <p:cNvSpPr txBox="1"/>
          <p:nvPr/>
        </p:nvSpPr>
        <p:spPr>
          <a:xfrm>
            <a:off x="4745990" y="5927090"/>
            <a:ext cx="2227580" cy="249555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r>
              <a:rPr lang="en-US"/>
              <a:t>Energi terbarukan</a:t>
            </a:r>
          </a:p>
        </p:txBody>
      </p:sp>
      <p:sp>
        <p:nvSpPr>
          <p:cNvPr id="22" name="Text Box 21"/>
          <p:cNvSpPr txBox="1"/>
          <p:nvPr/>
        </p:nvSpPr>
        <p:spPr>
          <a:xfrm>
            <a:off x="8183880" y="6043295"/>
            <a:ext cx="2570480" cy="309245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r>
              <a:rPr lang="en-US"/>
              <a:t>Energi Non terbarukan</a:t>
            </a:r>
          </a:p>
        </p:txBody>
      </p:sp>
    </p:spTree>
    <p:custDataLst>
      <p:tags r:id="rId1"/>
    </p:custData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Box 3"/>
          <p:cNvSpPr txBox="1"/>
          <p:nvPr/>
        </p:nvSpPr>
        <p:spPr>
          <a:xfrm>
            <a:off x="2172335" y="275590"/>
            <a:ext cx="6845300" cy="734695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r>
              <a:rPr lang="en-US" sz="2400"/>
              <a:t>Pandangan Islam terhadap perkembangan Iptek </a:t>
            </a:r>
          </a:p>
        </p:txBody>
      </p:sp>
      <p:pic>
        <p:nvPicPr>
          <p:cNvPr id="5" name="Picture 4" descr="kolaseiptek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7495" y="1010285"/>
            <a:ext cx="3284220" cy="4333240"/>
          </a:xfrm>
          <a:prstGeom prst="rect">
            <a:avLst/>
          </a:prstGeom>
        </p:spPr>
      </p:pic>
      <p:sp>
        <p:nvSpPr>
          <p:cNvPr id="6" name="Text Box 5"/>
          <p:cNvSpPr txBox="1"/>
          <p:nvPr/>
        </p:nvSpPr>
        <p:spPr>
          <a:xfrm>
            <a:off x="4276725" y="1010285"/>
            <a:ext cx="4064000" cy="9220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en-US"/>
              <a:t>Islam memandang ilmu pengetahuan dan teknologi sebagai sarana untuk meningkatkan kualitas hidup manusia</a:t>
            </a:r>
            <a:endParaRPr lang="en-US"/>
          </a:p>
        </p:txBody>
      </p:sp>
      <p:sp>
        <p:nvSpPr>
          <p:cNvPr id="7" name="Text Box 6"/>
          <p:cNvSpPr txBox="1"/>
          <p:nvPr/>
        </p:nvSpPr>
        <p:spPr>
          <a:xfrm>
            <a:off x="4264660" y="2230755"/>
            <a:ext cx="5524500" cy="1068705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r>
              <a:rPr lang="en-US" altLang="en-US"/>
              <a:t>Al-Qur'an juga mendorong manusia untuk mencari ilmu dan menguasai teknologi guna memahami tanda-tanda kebesaran Allah SWT di alam semesta.</a:t>
            </a:r>
            <a:endParaRPr lang="en-US"/>
          </a:p>
        </p:txBody>
      </p:sp>
      <p:sp>
        <p:nvSpPr>
          <p:cNvPr id="8" name="Text Box 7"/>
          <p:cNvSpPr txBox="1"/>
          <p:nvPr/>
        </p:nvSpPr>
        <p:spPr>
          <a:xfrm>
            <a:off x="4361815" y="3597910"/>
            <a:ext cx="5330825" cy="230695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ar-SA" altLang="en-US"/>
              <a:t>يَا مَعْشَرَ الْجِنِّ وَالْإِنسِ إِنِ اسْتَطَعْتُمْ أَن تَنفُذُوا مِنْ أَقْطَارِ السَّمَاوَاتِ وَالْأَرْضِ فَانفُذُوا ۚ لَا تَنفُذُونَ إِلَّا بِسُلْطَانٍ</a:t>
            </a:r>
          </a:p>
          <a:p>
            <a:r>
              <a:rPr lang="en-US" altLang="en-US"/>
              <a:t>Artinya: “Wahai golongan jin dan manusia! Jika kamu sanggup menembus (melintasi) penjuru langit dan bumi, maka lintasilah. Kamu tidak dapat menembusnya kecuali dengan kekuatan (dari Allah).” (QS. Ar-Rahman: 33).</a:t>
            </a:r>
          </a:p>
          <a:p>
            <a:endParaRPr lang="en-US" altLang="en-US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Box 3"/>
          <p:cNvSpPr txBox="1"/>
          <p:nvPr/>
        </p:nvSpPr>
        <p:spPr>
          <a:xfrm>
            <a:off x="666750" y="309880"/>
            <a:ext cx="4064000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/>
              <a:t>Namun disisi lain.......</a:t>
            </a:r>
          </a:p>
        </p:txBody>
      </p:sp>
      <p:sp>
        <p:nvSpPr>
          <p:cNvPr id="6" name="Text Box 5"/>
          <p:cNvSpPr txBox="1"/>
          <p:nvPr/>
        </p:nvSpPr>
        <p:spPr>
          <a:xfrm>
            <a:off x="618490" y="1081405"/>
            <a:ext cx="4787900" cy="6451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en-US">
                <a:sym typeface="+mn-ea"/>
              </a:rPr>
              <a:t> pemanfaatannya tidak bersifat bebas tanpa batas. </a:t>
            </a:r>
            <a:endParaRPr lang="en-US"/>
          </a:p>
        </p:txBody>
      </p:sp>
      <p:sp>
        <p:nvSpPr>
          <p:cNvPr id="8" name="Text Box 7"/>
          <p:cNvSpPr txBox="1"/>
          <p:nvPr/>
        </p:nvSpPr>
        <p:spPr>
          <a:xfrm>
            <a:off x="666750" y="1896745"/>
            <a:ext cx="4064000" cy="9220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/>
              <a:t>islam melarang eksploitasi besar besaran, mencemari lingkungan, dan membawa mudarat.</a:t>
            </a:r>
          </a:p>
        </p:txBody>
      </p:sp>
      <p:sp>
        <p:nvSpPr>
          <p:cNvPr id="9" name="Text Box 8"/>
          <p:cNvSpPr txBox="1"/>
          <p:nvPr/>
        </p:nvSpPr>
        <p:spPr>
          <a:xfrm>
            <a:off x="5586095" y="678180"/>
            <a:ext cx="5150485" cy="20612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ar-SA" altLang="en-US" sz="1600"/>
              <a:t>ظَهَرَ الْفَسَادُ فِي الْبَرِّ وَالْبَحْرِ بِمَا كَسَبَتْ أَيْدِي النَّاسِ لِيُذِيقَهُمْ بَعْضَ الَّذِي عَمِلُوا لَعَلَّهُمْ يَرْجِعُونَ</a:t>
            </a:r>
          </a:p>
          <a:p>
            <a:r>
              <a:rPr lang="en-US" altLang="en-US" sz="1600" i="1"/>
              <a:t>Artinya:</a:t>
            </a:r>
          </a:p>
          <a:p>
            <a:r>
              <a:rPr lang="en-US" altLang="en-US" sz="1600" i="1"/>
              <a:t>“Telah tampak kerusakan di darat dan di laut disebabkan karena perbuatan tangan manusia; Allah menghendaki agar mereka merasakanf sebagian dari (akibat) perbuatan mereka, agar mereka kembali (ke jalan yang benar). (QS. ar-rum :41</a:t>
            </a:r>
            <a:r>
              <a:rPr lang="en-US" altLang="en-US" sz="1600"/>
              <a:t>)</a:t>
            </a:r>
          </a:p>
        </p:txBody>
      </p:sp>
      <p:sp>
        <p:nvSpPr>
          <p:cNvPr id="10" name="Text Box 9"/>
          <p:cNvSpPr txBox="1"/>
          <p:nvPr/>
        </p:nvSpPr>
        <p:spPr>
          <a:xfrm>
            <a:off x="980440" y="2989580"/>
            <a:ext cx="4064000" cy="889635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r>
              <a:rPr lang="en-US"/>
              <a:t>contoh</a:t>
            </a:r>
          </a:p>
        </p:txBody>
      </p:sp>
      <p:pic>
        <p:nvPicPr>
          <p:cNvPr id="11" name="Picture 10" descr="polusi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96240" y="3603625"/>
            <a:ext cx="2596515" cy="2061210"/>
          </a:xfrm>
          <a:prstGeom prst="rect">
            <a:avLst/>
          </a:prstGeom>
        </p:spPr>
      </p:pic>
      <p:pic>
        <p:nvPicPr>
          <p:cNvPr id="12" name="Picture 11" descr="eksploitasi hutan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231515" y="3603625"/>
            <a:ext cx="3152775" cy="1901825"/>
          </a:xfrm>
          <a:prstGeom prst="rect">
            <a:avLst/>
          </a:prstGeom>
        </p:spPr>
      </p:pic>
      <p:pic>
        <p:nvPicPr>
          <p:cNvPr id="13" name="Picture 12" descr="bom atom"/>
          <p:cNvPicPr>
            <a:picLocks noChangeAspect="1"/>
          </p:cNvPicPr>
          <p:nvPr/>
        </p:nvPicPr>
        <p:blipFill>
          <a:blip r:embed="rId4"/>
          <a:srcRect l="12618" t="12444" r="12593" b="5176"/>
          <a:stretch>
            <a:fillRect/>
          </a:stretch>
        </p:blipFill>
        <p:spPr>
          <a:xfrm>
            <a:off x="6863080" y="2989580"/>
            <a:ext cx="2596515" cy="3642360"/>
          </a:xfrm>
          <a:prstGeom prst="rect">
            <a:avLst/>
          </a:prstGeom>
        </p:spPr>
      </p:pic>
      <p:sp>
        <p:nvSpPr>
          <p:cNvPr id="14" name="Text Box 13"/>
          <p:cNvSpPr txBox="1"/>
          <p:nvPr/>
        </p:nvSpPr>
        <p:spPr>
          <a:xfrm>
            <a:off x="748665" y="5859145"/>
            <a:ext cx="1891030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/>
              <a:t>Polusi</a:t>
            </a:r>
          </a:p>
        </p:txBody>
      </p:sp>
      <p:sp>
        <p:nvSpPr>
          <p:cNvPr id="15" name="Text Box 14"/>
          <p:cNvSpPr txBox="1"/>
          <p:nvPr/>
        </p:nvSpPr>
        <p:spPr>
          <a:xfrm>
            <a:off x="3850640" y="5977890"/>
            <a:ext cx="4064000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/>
              <a:t>Eksploitasi Hutan</a:t>
            </a:r>
          </a:p>
        </p:txBody>
      </p:sp>
      <p:sp>
        <p:nvSpPr>
          <p:cNvPr id="17" name="Text Box 16"/>
          <p:cNvSpPr txBox="1"/>
          <p:nvPr/>
        </p:nvSpPr>
        <p:spPr>
          <a:xfrm>
            <a:off x="9814560" y="5664835"/>
            <a:ext cx="1514475" cy="456565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r>
              <a:rPr lang="en-US" sz="1600"/>
              <a:t>Bom Atom 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Box 3"/>
          <p:cNvSpPr txBox="1"/>
          <p:nvPr/>
        </p:nvSpPr>
        <p:spPr>
          <a:xfrm>
            <a:off x="2935605" y="341630"/>
            <a:ext cx="593915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/>
              <a:t>Pandangan Barat Terhadap Perkembangan Iptek</a:t>
            </a:r>
          </a:p>
        </p:txBody>
      </p:sp>
      <p:sp>
        <p:nvSpPr>
          <p:cNvPr id="6" name="Text Box 5"/>
          <p:cNvSpPr txBox="1"/>
          <p:nvPr/>
        </p:nvSpPr>
        <p:spPr>
          <a:xfrm>
            <a:off x="347980" y="1290320"/>
            <a:ext cx="4064000" cy="9220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en-US"/>
              <a:t>IPTEK dipandang sebagai sarana untuk mencapai kemajuan dan kesejahteraan manusia</a:t>
            </a:r>
          </a:p>
        </p:txBody>
      </p:sp>
      <p:cxnSp>
        <p:nvCxnSpPr>
          <p:cNvPr id="7" name="Straight Arrow Connector 6"/>
          <p:cNvCxnSpPr/>
          <p:nvPr/>
        </p:nvCxnSpPr>
        <p:spPr>
          <a:xfrm>
            <a:off x="4316095" y="1633220"/>
            <a:ext cx="2016760" cy="2540"/>
          </a:xfrm>
          <a:prstGeom prst="straightConnector1">
            <a:avLst/>
          </a:prstGeom>
          <a:ln>
            <a:tailEnd type="arrow"/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sp>
        <p:nvSpPr>
          <p:cNvPr id="10" name="Text Box 9"/>
          <p:cNvSpPr txBox="1"/>
          <p:nvPr/>
        </p:nvSpPr>
        <p:spPr>
          <a:xfrm>
            <a:off x="6760210" y="1450340"/>
            <a:ext cx="4064000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/>
              <a:t>Kepentingan Manusia </a:t>
            </a:r>
          </a:p>
        </p:txBody>
      </p:sp>
      <p:pic>
        <p:nvPicPr>
          <p:cNvPr id="11" name="Picture 10" descr="alam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22605" y="2422525"/>
            <a:ext cx="2684780" cy="3542030"/>
          </a:xfrm>
          <a:prstGeom prst="rect">
            <a:avLst/>
          </a:prstGeom>
        </p:spPr>
      </p:pic>
      <p:cxnSp>
        <p:nvCxnSpPr>
          <p:cNvPr id="12" name="Straight Arrow Connector 11"/>
          <p:cNvCxnSpPr>
            <a:stCxn id="11" idx="3"/>
          </p:cNvCxnSpPr>
          <p:nvPr/>
        </p:nvCxnSpPr>
        <p:spPr>
          <a:xfrm>
            <a:off x="3207385" y="4193540"/>
            <a:ext cx="2389505" cy="0"/>
          </a:xfrm>
          <a:prstGeom prst="straightConnector1">
            <a:avLst/>
          </a:prstGeom>
          <a:ln>
            <a:tailEnd type="arrow"/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sp>
        <p:nvSpPr>
          <p:cNvPr id="13" name="Text Box 12"/>
          <p:cNvSpPr txBox="1"/>
          <p:nvPr/>
        </p:nvSpPr>
        <p:spPr>
          <a:xfrm>
            <a:off x="5908040" y="3930015"/>
            <a:ext cx="4064000" cy="6451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/>
              <a:t>Alam hanya sebagai sarana atau sumber daya bagi Manusia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Box 3"/>
          <p:cNvSpPr txBox="1"/>
          <p:nvPr/>
        </p:nvSpPr>
        <p:spPr>
          <a:xfrm>
            <a:off x="384810" y="565785"/>
            <a:ext cx="4064000" cy="6451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/>
              <a:t>cara pandang tersebut kemudian berorientasi menjadi </a:t>
            </a:r>
          </a:p>
        </p:txBody>
      </p:sp>
      <p:cxnSp>
        <p:nvCxnSpPr>
          <p:cNvPr id="5" name="Straight Arrow Connector 4"/>
          <p:cNvCxnSpPr/>
          <p:nvPr/>
        </p:nvCxnSpPr>
        <p:spPr>
          <a:xfrm flipV="1">
            <a:off x="2686050" y="1034415"/>
            <a:ext cx="2005965" cy="12700"/>
          </a:xfrm>
          <a:prstGeom prst="straightConnector1">
            <a:avLst/>
          </a:prstGeom>
          <a:ln w="28575" cmpd="sng">
            <a:solidFill>
              <a:schemeClr val="accent1">
                <a:shade val="50000"/>
              </a:schemeClr>
            </a:solidFill>
            <a:prstDash val="solid"/>
            <a:tailEnd type="arrow"/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sp>
        <p:nvSpPr>
          <p:cNvPr id="6" name="Text Box 5"/>
          <p:cNvSpPr txBox="1"/>
          <p:nvPr/>
        </p:nvSpPr>
        <p:spPr>
          <a:xfrm>
            <a:off x="5248275" y="892810"/>
            <a:ext cx="4064000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/>
              <a:t>Antroposentrisme</a:t>
            </a:r>
          </a:p>
        </p:txBody>
      </p:sp>
      <p:pic>
        <p:nvPicPr>
          <p:cNvPr id="8" name="Picture 7" descr="antroposentris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262755" y="1579880"/>
            <a:ext cx="4349750" cy="2698750"/>
          </a:xfrm>
          <a:prstGeom prst="rect">
            <a:avLst/>
          </a:prstGeom>
        </p:spPr>
      </p:pic>
      <p:sp>
        <p:nvSpPr>
          <p:cNvPr id="9" name="Text Box 8"/>
          <p:cNvSpPr txBox="1"/>
          <p:nvPr/>
        </p:nvSpPr>
        <p:spPr>
          <a:xfrm>
            <a:off x="4108450" y="4647565"/>
            <a:ext cx="504634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/>
              <a:t>Manusia sebagai Pusat Alam Semesta</a:t>
            </a:r>
          </a:p>
        </p:txBody>
      </p:sp>
      <p:sp>
        <p:nvSpPr>
          <p:cNvPr id="10" name="Text Box 9"/>
          <p:cNvSpPr txBox="1"/>
          <p:nvPr/>
        </p:nvSpPr>
        <p:spPr>
          <a:xfrm>
            <a:off x="3714115" y="5499100"/>
            <a:ext cx="5835650" cy="477520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r>
              <a:rPr lang="en-US"/>
              <a:t>Alam hanya Sarana dan tempat sumber daya manusia</a:t>
            </a:r>
          </a:p>
        </p:txBody>
      </p:sp>
      <p:sp>
        <p:nvSpPr>
          <p:cNvPr id="11" name="Text Box 10"/>
          <p:cNvSpPr txBox="1"/>
          <p:nvPr/>
        </p:nvSpPr>
        <p:spPr>
          <a:xfrm>
            <a:off x="628015" y="2665095"/>
            <a:ext cx="4064000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/>
              <a:t>Center Of Universe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Box 3"/>
          <p:cNvSpPr txBox="1"/>
          <p:nvPr/>
        </p:nvSpPr>
        <p:spPr>
          <a:xfrm>
            <a:off x="358775" y="337185"/>
            <a:ext cx="4064000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/>
              <a:t>Konsekuensinya.........</a:t>
            </a:r>
          </a:p>
        </p:txBody>
      </p:sp>
      <p:sp>
        <p:nvSpPr>
          <p:cNvPr id="5" name="Text Box 4"/>
          <p:cNvSpPr txBox="1"/>
          <p:nvPr/>
        </p:nvSpPr>
        <p:spPr>
          <a:xfrm>
            <a:off x="560705" y="1097915"/>
            <a:ext cx="5435600" cy="119888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en-US"/>
              <a:t>Pemanfaatan alam yang berorientasi pada kepentingan manusia dapat mendorong eksploitasi sumber daya dan berkontribusi terhadap kerusakan lingkungan.</a:t>
            </a:r>
          </a:p>
        </p:txBody>
      </p:sp>
      <p:pic>
        <p:nvPicPr>
          <p:cNvPr id="6" name="Picture 5" descr="Screenshot 2026-10-07 053500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78155" y="2571115"/>
            <a:ext cx="2576195" cy="2162175"/>
          </a:xfrm>
          <a:prstGeom prst="rect">
            <a:avLst/>
          </a:prstGeom>
        </p:spPr>
      </p:pic>
      <p:pic>
        <p:nvPicPr>
          <p:cNvPr id="7" name="Picture 6" descr="Screenshot 2026-10-07 053620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133725" y="2571115"/>
            <a:ext cx="2283460" cy="2218690"/>
          </a:xfrm>
          <a:prstGeom prst="rect">
            <a:avLst/>
          </a:prstGeom>
        </p:spPr>
      </p:pic>
      <p:pic>
        <p:nvPicPr>
          <p:cNvPr id="8" name="Picture 7" descr="Screenshot 2026-10-07 053735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496560" y="2570480"/>
            <a:ext cx="2593340" cy="2218690"/>
          </a:xfrm>
          <a:prstGeom prst="rect">
            <a:avLst/>
          </a:prstGeom>
        </p:spPr>
      </p:pic>
      <p:pic>
        <p:nvPicPr>
          <p:cNvPr id="9" name="Picture 8" descr="Screenshot 2026-10-07 053914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169275" y="2631440"/>
            <a:ext cx="2828290" cy="2101850"/>
          </a:xfrm>
          <a:prstGeom prst="rect">
            <a:avLst/>
          </a:prstGeom>
        </p:spPr>
      </p:pic>
      <p:sp>
        <p:nvSpPr>
          <p:cNvPr id="10" name="Text Box 9"/>
          <p:cNvSpPr txBox="1"/>
          <p:nvPr/>
        </p:nvSpPr>
        <p:spPr>
          <a:xfrm>
            <a:off x="770255" y="5097780"/>
            <a:ext cx="158051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/>
              <a:t>Deforestasi</a:t>
            </a:r>
          </a:p>
        </p:txBody>
      </p:sp>
      <p:sp>
        <p:nvSpPr>
          <p:cNvPr id="11" name="Text Box 10"/>
          <p:cNvSpPr txBox="1"/>
          <p:nvPr/>
        </p:nvSpPr>
        <p:spPr>
          <a:xfrm>
            <a:off x="3358515" y="5097780"/>
            <a:ext cx="1490345" cy="445770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r>
              <a:rPr lang="en-US"/>
              <a:t>Eksploitasi</a:t>
            </a:r>
          </a:p>
        </p:txBody>
      </p:sp>
      <p:sp>
        <p:nvSpPr>
          <p:cNvPr id="12" name="Text Box 11"/>
          <p:cNvSpPr txBox="1"/>
          <p:nvPr/>
        </p:nvSpPr>
        <p:spPr>
          <a:xfrm>
            <a:off x="5856605" y="5136515"/>
            <a:ext cx="158051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/>
              <a:t>Pencemaran</a:t>
            </a:r>
          </a:p>
        </p:txBody>
      </p:sp>
      <p:sp>
        <p:nvSpPr>
          <p:cNvPr id="13" name="Text Box 12"/>
          <p:cNvSpPr txBox="1"/>
          <p:nvPr/>
        </p:nvSpPr>
        <p:spPr>
          <a:xfrm>
            <a:off x="8792845" y="5127625"/>
            <a:ext cx="1727200" cy="76200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r>
              <a:rPr lang="en-US"/>
              <a:t>Krisis Energi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6AD021BE-32FC-6BAA-2640-D863E1C38ED9}"/>
              </a:ext>
            </a:extLst>
          </p:cNvPr>
          <p:cNvSpPr txBox="1"/>
          <p:nvPr/>
        </p:nvSpPr>
        <p:spPr>
          <a:xfrm>
            <a:off x="4089861" y="423949"/>
            <a:ext cx="388670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 err="1"/>
              <a:t>Dampak</a:t>
            </a:r>
            <a:r>
              <a:rPr lang="en-US" dirty="0"/>
              <a:t> </a:t>
            </a:r>
            <a:r>
              <a:rPr lang="en-US" dirty="0" err="1"/>
              <a:t>Iptek</a:t>
            </a:r>
            <a:r>
              <a:rPr lang="en-US" dirty="0"/>
              <a:t> </a:t>
            </a:r>
            <a:r>
              <a:rPr lang="en-US" dirty="0" err="1"/>
              <a:t>Terhadap</a:t>
            </a:r>
            <a:r>
              <a:rPr lang="en-US" dirty="0"/>
              <a:t> </a:t>
            </a:r>
            <a:r>
              <a:rPr lang="en-US" dirty="0" err="1"/>
              <a:t>Lingkungan</a:t>
            </a:r>
            <a:endParaRPr lang="en-ID" dirty="0"/>
          </a:p>
        </p:txBody>
      </p:sp>
      <p:cxnSp>
        <p:nvCxnSpPr>
          <p:cNvPr id="4" name="Straight Arrow Connector 3">
            <a:extLst>
              <a:ext uri="{FF2B5EF4-FFF2-40B4-BE49-F238E27FC236}">
                <a16:creationId xmlns:a16="http://schemas.microsoft.com/office/drawing/2014/main" id="{0BF38E00-3A05-6014-DB93-9B2294EEE343}"/>
              </a:ext>
            </a:extLst>
          </p:cNvPr>
          <p:cNvCxnSpPr>
            <a:cxnSpLocks/>
          </p:cNvCxnSpPr>
          <p:nvPr/>
        </p:nvCxnSpPr>
        <p:spPr>
          <a:xfrm flipH="1">
            <a:off x="3507971" y="793281"/>
            <a:ext cx="2027125" cy="790878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" name="TextBox 8">
            <a:extLst>
              <a:ext uri="{FF2B5EF4-FFF2-40B4-BE49-F238E27FC236}">
                <a16:creationId xmlns:a16="http://schemas.microsoft.com/office/drawing/2014/main" id="{078AFFCA-4EF0-FF63-0AE6-71922F4CF4B0}"/>
              </a:ext>
            </a:extLst>
          </p:cNvPr>
          <p:cNvSpPr txBox="1"/>
          <p:nvPr/>
        </p:nvSpPr>
        <p:spPr>
          <a:xfrm>
            <a:off x="282632" y="1584159"/>
            <a:ext cx="5252464" cy="120032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 err="1"/>
              <a:t>Positif</a:t>
            </a:r>
            <a:endParaRPr lang="en-US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 err="1"/>
              <a:t>Pertanian</a:t>
            </a:r>
            <a:r>
              <a:rPr lang="en-US" dirty="0"/>
              <a:t> </a:t>
            </a:r>
            <a:r>
              <a:rPr lang="en-US" dirty="0" err="1"/>
              <a:t>presisi</a:t>
            </a:r>
            <a:r>
              <a:rPr lang="en-US" dirty="0"/>
              <a:t> dan </a:t>
            </a:r>
            <a:r>
              <a:rPr lang="en-US" dirty="0" err="1"/>
              <a:t>efisiensi</a:t>
            </a:r>
            <a:r>
              <a:rPr lang="en-US" dirty="0"/>
              <a:t> </a:t>
            </a:r>
            <a:r>
              <a:rPr lang="en-US" dirty="0" err="1"/>
              <a:t>sumber</a:t>
            </a:r>
            <a:r>
              <a:rPr lang="en-US" dirty="0"/>
              <a:t> </a:t>
            </a:r>
            <a:r>
              <a:rPr lang="en-US" dirty="0" err="1"/>
              <a:t>daya</a:t>
            </a:r>
            <a:endParaRPr lang="en-US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 err="1"/>
              <a:t>Meningkatkan</a:t>
            </a:r>
            <a:r>
              <a:rPr lang="en-US" dirty="0"/>
              <a:t> </a:t>
            </a:r>
            <a:r>
              <a:rPr lang="en-US" dirty="0" err="1"/>
              <a:t>pemanfaatan</a:t>
            </a:r>
            <a:r>
              <a:rPr lang="en-US" dirty="0"/>
              <a:t> </a:t>
            </a:r>
            <a:r>
              <a:rPr lang="en-US" dirty="0" err="1"/>
              <a:t>energi</a:t>
            </a:r>
            <a:r>
              <a:rPr lang="en-US" dirty="0"/>
              <a:t> </a:t>
            </a:r>
            <a:r>
              <a:rPr lang="en-US" dirty="0" err="1"/>
              <a:t>terbarukan</a:t>
            </a:r>
            <a:endParaRPr lang="en-US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 err="1"/>
              <a:t>Mengembangkan</a:t>
            </a:r>
            <a:r>
              <a:rPr lang="en-US" dirty="0"/>
              <a:t> </a:t>
            </a:r>
            <a:r>
              <a:rPr lang="en-US" dirty="0" err="1"/>
              <a:t>Teknologi</a:t>
            </a:r>
            <a:r>
              <a:rPr lang="en-US" dirty="0"/>
              <a:t> </a:t>
            </a:r>
            <a:r>
              <a:rPr lang="en-US" dirty="0" err="1"/>
              <a:t>ramah</a:t>
            </a:r>
            <a:r>
              <a:rPr lang="en-US" dirty="0"/>
              <a:t> </a:t>
            </a:r>
            <a:r>
              <a:rPr lang="en-US" dirty="0" err="1"/>
              <a:t>lingkungan</a:t>
            </a:r>
            <a:r>
              <a:rPr lang="en-US" dirty="0"/>
              <a:t> </a:t>
            </a:r>
            <a:endParaRPr lang="en-ID" dirty="0"/>
          </a:p>
        </p:txBody>
      </p:sp>
      <p:cxnSp>
        <p:nvCxnSpPr>
          <p:cNvPr id="13" name="Straight Arrow Connector 12">
            <a:extLst>
              <a:ext uri="{FF2B5EF4-FFF2-40B4-BE49-F238E27FC236}">
                <a16:creationId xmlns:a16="http://schemas.microsoft.com/office/drawing/2014/main" id="{1FE35970-A6E4-821D-F350-F5DEF6BEED56}"/>
              </a:ext>
            </a:extLst>
          </p:cNvPr>
          <p:cNvCxnSpPr>
            <a:cxnSpLocks/>
          </p:cNvCxnSpPr>
          <p:nvPr/>
        </p:nvCxnSpPr>
        <p:spPr>
          <a:xfrm>
            <a:off x="5551722" y="807982"/>
            <a:ext cx="1771791" cy="879502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6" name="TextBox 15">
            <a:extLst>
              <a:ext uri="{FF2B5EF4-FFF2-40B4-BE49-F238E27FC236}">
                <a16:creationId xmlns:a16="http://schemas.microsoft.com/office/drawing/2014/main" id="{7C0E0888-CCF1-C488-EFE3-F4D9DDCEB8CA}"/>
              </a:ext>
            </a:extLst>
          </p:cNvPr>
          <p:cNvSpPr txBox="1"/>
          <p:nvPr/>
        </p:nvSpPr>
        <p:spPr>
          <a:xfrm>
            <a:off x="7182195" y="1733789"/>
            <a:ext cx="4804757" cy="175432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 err="1"/>
              <a:t>Negatif</a:t>
            </a:r>
            <a:endParaRPr lang="en-US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 err="1"/>
              <a:t>Meningkatkan</a:t>
            </a:r>
            <a:r>
              <a:rPr lang="en-US" dirty="0"/>
              <a:t> </a:t>
            </a:r>
            <a:r>
              <a:rPr lang="en-US" dirty="0" err="1"/>
              <a:t>Eksploitasi</a:t>
            </a:r>
            <a:r>
              <a:rPr lang="en-US" dirty="0"/>
              <a:t> </a:t>
            </a:r>
            <a:r>
              <a:rPr lang="en-US" dirty="0" err="1"/>
              <a:t>sumber</a:t>
            </a:r>
            <a:r>
              <a:rPr lang="en-US" dirty="0"/>
              <a:t> </a:t>
            </a:r>
            <a:r>
              <a:rPr lang="en-US" dirty="0" err="1"/>
              <a:t>daya</a:t>
            </a:r>
            <a:r>
              <a:rPr lang="en-US" dirty="0"/>
              <a:t> </a:t>
            </a:r>
            <a:r>
              <a:rPr lang="en-US" dirty="0" err="1"/>
              <a:t>alam</a:t>
            </a:r>
            <a:endParaRPr lang="en-US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 err="1"/>
              <a:t>Pencemaran</a:t>
            </a:r>
            <a:r>
              <a:rPr lang="en-US" dirty="0"/>
              <a:t> Udara, air, dan Udara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 err="1"/>
              <a:t>Meningkatkan</a:t>
            </a:r>
            <a:r>
              <a:rPr lang="en-US" dirty="0"/>
              <a:t> </a:t>
            </a:r>
            <a:r>
              <a:rPr lang="en-US" dirty="0" err="1"/>
              <a:t>emisi</a:t>
            </a:r>
            <a:r>
              <a:rPr lang="en-US" dirty="0"/>
              <a:t> dan </a:t>
            </a:r>
            <a:r>
              <a:rPr lang="en-US" dirty="0" err="1"/>
              <a:t>Pemanasan</a:t>
            </a:r>
            <a:r>
              <a:rPr lang="en-US" dirty="0"/>
              <a:t> global</a:t>
            </a:r>
            <a:endParaRPr lang="en-ID" dirty="0"/>
          </a:p>
        </p:txBody>
      </p:sp>
    </p:spTree>
    <p:extLst>
      <p:ext uri="{BB962C8B-B14F-4D97-AF65-F5344CB8AC3E}">
        <p14:creationId xmlns:p14="http://schemas.microsoft.com/office/powerpoint/2010/main" val="43757151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E1934DB4-FF45-8666-DA8A-0FAC987626B4}"/>
              </a:ext>
            </a:extLst>
          </p:cNvPr>
          <p:cNvSpPr txBox="1"/>
          <p:nvPr/>
        </p:nvSpPr>
        <p:spPr>
          <a:xfrm>
            <a:off x="2967644" y="149629"/>
            <a:ext cx="637456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 err="1"/>
              <a:t>Konsep</a:t>
            </a:r>
            <a:r>
              <a:rPr lang="en-US" dirty="0"/>
              <a:t> </a:t>
            </a:r>
            <a:r>
              <a:rPr lang="en-US" dirty="0" err="1"/>
              <a:t>Tanggung</a:t>
            </a:r>
            <a:r>
              <a:rPr lang="en-US" dirty="0"/>
              <a:t> Jawab </a:t>
            </a:r>
            <a:r>
              <a:rPr lang="en-US" dirty="0" err="1"/>
              <a:t>Etis</a:t>
            </a:r>
            <a:r>
              <a:rPr lang="en-US" dirty="0"/>
              <a:t> </a:t>
            </a:r>
            <a:r>
              <a:rPr lang="en-US" dirty="0" err="1"/>
              <a:t>Manusia</a:t>
            </a:r>
            <a:r>
              <a:rPr lang="en-US" dirty="0"/>
              <a:t> </a:t>
            </a:r>
            <a:r>
              <a:rPr lang="en-US" dirty="0" err="1"/>
              <a:t>terhadap</a:t>
            </a:r>
            <a:r>
              <a:rPr lang="en-US" dirty="0"/>
              <a:t> </a:t>
            </a:r>
            <a:r>
              <a:rPr lang="en-US" dirty="0" err="1"/>
              <a:t>Lingkungan</a:t>
            </a:r>
            <a:endParaRPr lang="en-ID" dirty="0"/>
          </a:p>
        </p:txBody>
      </p:sp>
      <p:cxnSp>
        <p:nvCxnSpPr>
          <p:cNvPr id="6" name="Straight Arrow Connector 5">
            <a:extLst>
              <a:ext uri="{FF2B5EF4-FFF2-40B4-BE49-F238E27FC236}">
                <a16:creationId xmlns:a16="http://schemas.microsoft.com/office/drawing/2014/main" id="{37D5F4B5-DE27-3680-CAD0-2DC861D20459}"/>
              </a:ext>
            </a:extLst>
          </p:cNvPr>
          <p:cNvCxnSpPr/>
          <p:nvPr/>
        </p:nvCxnSpPr>
        <p:spPr>
          <a:xfrm flipH="1">
            <a:off x="4300450" y="581890"/>
            <a:ext cx="1529542" cy="598516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" name="TextBox 6">
            <a:extLst>
              <a:ext uri="{FF2B5EF4-FFF2-40B4-BE49-F238E27FC236}">
                <a16:creationId xmlns:a16="http://schemas.microsoft.com/office/drawing/2014/main" id="{BFBD2938-32E9-19EE-DA66-694555B39953}"/>
              </a:ext>
            </a:extLst>
          </p:cNvPr>
          <p:cNvSpPr txBox="1"/>
          <p:nvPr/>
        </p:nvSpPr>
        <p:spPr>
          <a:xfrm>
            <a:off x="281943" y="1283787"/>
            <a:ext cx="5548049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D" dirty="0" err="1"/>
              <a:t>Pandangan</a:t>
            </a:r>
            <a:r>
              <a:rPr lang="en-ID" dirty="0"/>
              <a:t> </a:t>
            </a:r>
            <a:r>
              <a:rPr lang="en-ID" dirty="0" err="1"/>
              <a:t>Bahwa</a:t>
            </a:r>
            <a:r>
              <a:rPr lang="en-ID" dirty="0"/>
              <a:t> </a:t>
            </a:r>
            <a:r>
              <a:rPr lang="en-ID" dirty="0" err="1"/>
              <a:t>manusia</a:t>
            </a:r>
            <a:r>
              <a:rPr lang="en-ID" dirty="0"/>
              <a:t> </a:t>
            </a:r>
            <a:r>
              <a:rPr lang="en-ID" dirty="0" err="1"/>
              <a:t>memiliki</a:t>
            </a:r>
            <a:r>
              <a:rPr lang="en-ID" dirty="0"/>
              <a:t> </a:t>
            </a:r>
            <a:r>
              <a:rPr lang="en-ID" dirty="0" err="1"/>
              <a:t>tanggung</a:t>
            </a:r>
            <a:r>
              <a:rPr lang="en-ID" dirty="0"/>
              <a:t> </a:t>
            </a:r>
            <a:r>
              <a:rPr lang="en-ID" dirty="0" err="1"/>
              <a:t>jawab</a:t>
            </a:r>
            <a:r>
              <a:rPr lang="en-ID" dirty="0"/>
              <a:t> moral </a:t>
            </a:r>
            <a:r>
              <a:rPr lang="en-ID" dirty="0" err="1"/>
              <a:t>untuk</a:t>
            </a:r>
            <a:r>
              <a:rPr lang="en-ID" dirty="0"/>
              <a:t> </a:t>
            </a:r>
            <a:r>
              <a:rPr lang="en-ID" dirty="0" err="1"/>
              <a:t>menjaga</a:t>
            </a:r>
            <a:r>
              <a:rPr lang="en-ID" dirty="0"/>
              <a:t>, </a:t>
            </a:r>
            <a:r>
              <a:rPr lang="en-ID" dirty="0" err="1"/>
              <a:t>melestarikan</a:t>
            </a:r>
            <a:r>
              <a:rPr lang="en-ID" dirty="0"/>
              <a:t>, dan </a:t>
            </a:r>
            <a:r>
              <a:rPr lang="en-ID" dirty="0" err="1"/>
              <a:t>menggunakan</a:t>
            </a:r>
            <a:r>
              <a:rPr lang="en-ID" dirty="0"/>
              <a:t> </a:t>
            </a:r>
            <a:r>
              <a:rPr lang="en-ID" dirty="0" err="1"/>
              <a:t>lingkungan</a:t>
            </a:r>
            <a:r>
              <a:rPr lang="en-ID" dirty="0"/>
              <a:t> </a:t>
            </a:r>
            <a:r>
              <a:rPr lang="en-ID" dirty="0" err="1"/>
              <a:t>dengan</a:t>
            </a:r>
            <a:r>
              <a:rPr lang="en-ID" dirty="0"/>
              <a:t> </a:t>
            </a:r>
            <a:r>
              <a:rPr lang="en-ID" dirty="0" err="1"/>
              <a:t>bijaksana</a:t>
            </a:r>
            <a:endParaRPr lang="en-ID" dirty="0"/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7821CB32-6157-B641-824E-E74BE4B5215A}"/>
              </a:ext>
            </a:extLst>
          </p:cNvPr>
          <p:cNvSpPr txBox="1"/>
          <p:nvPr/>
        </p:nvSpPr>
        <p:spPr>
          <a:xfrm>
            <a:off x="6154927" y="1178579"/>
            <a:ext cx="5548049" cy="147732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ar-SA" sz="18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وَإِذْ قَالَ رَبُّكَ لِلْمَلَٰٓئِكَةِ إِنِّي جَاعِلٌ فِي الْأَرْضِ خَلِيفَةً</a:t>
            </a:r>
          </a:p>
          <a:p>
            <a:r>
              <a:rPr lang="en-US" sz="1800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Artinya</a:t>
            </a:r>
            <a:r>
              <a:rPr lang="en-US" sz="18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:</a:t>
            </a:r>
          </a:p>
          <a:p>
            <a:r>
              <a:rPr lang="en-US" sz="18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“Dan (</a:t>
            </a:r>
            <a:r>
              <a:rPr lang="en-US" sz="1800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ingatlah</a:t>
            </a:r>
            <a:r>
              <a:rPr lang="en-US" sz="18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) </a:t>
            </a:r>
            <a:r>
              <a:rPr lang="en-US" sz="1800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ketika</a:t>
            </a:r>
            <a:r>
              <a:rPr lang="en-US" sz="18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</a:t>
            </a:r>
            <a:r>
              <a:rPr lang="en-US" sz="1800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Tuhanmu</a:t>
            </a:r>
            <a:r>
              <a:rPr lang="en-US" sz="18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</a:t>
            </a:r>
            <a:r>
              <a:rPr lang="en-US" sz="1800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berfirman</a:t>
            </a:r>
            <a:r>
              <a:rPr lang="en-US" sz="18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</a:t>
            </a:r>
            <a:r>
              <a:rPr lang="en-US" sz="1800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kepada</a:t>
            </a:r>
            <a:r>
              <a:rPr lang="en-US" sz="18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para </a:t>
            </a:r>
            <a:r>
              <a:rPr lang="en-US" sz="1800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malaikat</a:t>
            </a:r>
            <a:r>
              <a:rPr lang="en-US" sz="18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, ‘</a:t>
            </a:r>
            <a:r>
              <a:rPr lang="en-US" sz="1800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Sesungguhnya</a:t>
            </a:r>
            <a:r>
              <a:rPr lang="en-US" sz="18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Aku </a:t>
            </a:r>
            <a:r>
              <a:rPr lang="en-US" sz="1800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hendak</a:t>
            </a:r>
            <a:r>
              <a:rPr lang="en-US" sz="18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</a:t>
            </a:r>
            <a:r>
              <a:rPr lang="en-US" sz="1800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menjadikan</a:t>
            </a:r>
            <a:r>
              <a:rPr lang="en-US" sz="18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khalifah di </a:t>
            </a:r>
            <a:r>
              <a:rPr lang="en-US" sz="1800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bumi</a:t>
            </a:r>
            <a:r>
              <a:rPr lang="en-US" sz="18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.’”(QS.Al-Baqarah:30)</a:t>
            </a:r>
          </a:p>
        </p:txBody>
      </p:sp>
      <p:cxnSp>
        <p:nvCxnSpPr>
          <p:cNvPr id="11" name="Connector: Curved 10">
            <a:extLst>
              <a:ext uri="{FF2B5EF4-FFF2-40B4-BE49-F238E27FC236}">
                <a16:creationId xmlns:a16="http://schemas.microsoft.com/office/drawing/2014/main" id="{181051F2-0B6D-EC1E-334C-D8DAA2480DCD}"/>
              </a:ext>
            </a:extLst>
          </p:cNvPr>
          <p:cNvCxnSpPr>
            <a:cxnSpLocks/>
          </p:cNvCxnSpPr>
          <p:nvPr/>
        </p:nvCxnSpPr>
        <p:spPr>
          <a:xfrm>
            <a:off x="4915592" y="2057543"/>
            <a:ext cx="1121482" cy="12700"/>
          </a:xfrm>
          <a:prstGeom prst="curvedConnector3">
            <a:avLst>
              <a:gd name="adj1" fmla="val 50000"/>
            </a:avLst>
          </a:prstGeom>
          <a:ln>
            <a:headEnd type="triangl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9" name="TextBox 18">
            <a:extLst>
              <a:ext uri="{FF2B5EF4-FFF2-40B4-BE49-F238E27FC236}">
                <a16:creationId xmlns:a16="http://schemas.microsoft.com/office/drawing/2014/main" id="{3124A462-E835-7BF7-2141-9FBA93826EDB}"/>
              </a:ext>
            </a:extLst>
          </p:cNvPr>
          <p:cNvSpPr txBox="1"/>
          <p:nvPr/>
        </p:nvSpPr>
        <p:spPr>
          <a:xfrm>
            <a:off x="281943" y="3745699"/>
            <a:ext cx="4953023" cy="147732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it-IT" dirty="0"/>
              <a:t>Manusia sebagai Khalifah di bumi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ID" dirty="0" err="1"/>
              <a:t>Menjaga</a:t>
            </a:r>
            <a:r>
              <a:rPr lang="en-ID" dirty="0"/>
              <a:t> </a:t>
            </a:r>
            <a:r>
              <a:rPr lang="en-ID" dirty="0" err="1"/>
              <a:t>keseimbangan</a:t>
            </a:r>
            <a:endParaRPr lang="it-IT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ID" dirty="0" err="1"/>
              <a:t>Tidak</a:t>
            </a:r>
            <a:r>
              <a:rPr lang="en-ID" dirty="0"/>
              <a:t> </a:t>
            </a:r>
            <a:r>
              <a:rPr lang="en-ID" dirty="0" err="1"/>
              <a:t>melakukan</a:t>
            </a:r>
            <a:r>
              <a:rPr lang="en-ID" dirty="0"/>
              <a:t> </a:t>
            </a:r>
            <a:r>
              <a:rPr lang="en-ID" dirty="0" err="1"/>
              <a:t>kerusakan</a:t>
            </a:r>
            <a:r>
              <a:rPr lang="en-ID" dirty="0"/>
              <a:t> (</a:t>
            </a:r>
            <a:r>
              <a:rPr lang="en-ID" dirty="0" err="1"/>
              <a:t>Fasad</a:t>
            </a:r>
            <a:r>
              <a:rPr lang="en-ID" dirty="0"/>
              <a:t> fil </a:t>
            </a:r>
            <a:r>
              <a:rPr lang="en-ID" dirty="0" err="1"/>
              <a:t>ardh</a:t>
            </a:r>
            <a:r>
              <a:rPr lang="en-ID" dirty="0"/>
              <a:t>)</a:t>
            </a:r>
            <a:endParaRPr lang="it-IT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ID" dirty="0" err="1"/>
              <a:t>Pemanfaatan</a:t>
            </a:r>
            <a:r>
              <a:rPr lang="en-ID" dirty="0"/>
              <a:t> </a:t>
            </a:r>
            <a:r>
              <a:rPr lang="en-ID" dirty="0" err="1"/>
              <a:t>secara</a:t>
            </a:r>
            <a:r>
              <a:rPr lang="en-ID" dirty="0"/>
              <a:t> </a:t>
            </a:r>
            <a:r>
              <a:rPr lang="en-ID" dirty="0" err="1"/>
              <a:t>bijaksana</a:t>
            </a:r>
            <a:endParaRPr lang="it-IT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ID" dirty="0" err="1"/>
              <a:t>Mempertanggungjawabkan</a:t>
            </a:r>
            <a:r>
              <a:rPr lang="en-ID" dirty="0"/>
              <a:t> Tindakan</a:t>
            </a:r>
          </a:p>
        </p:txBody>
      </p:sp>
      <p:pic>
        <p:nvPicPr>
          <p:cNvPr id="21" name="Picture 20">
            <a:extLst>
              <a:ext uri="{FF2B5EF4-FFF2-40B4-BE49-F238E27FC236}">
                <a16:creationId xmlns:a16="http://schemas.microsoft.com/office/drawing/2014/main" id="{6A682D0A-7960-54E9-753C-5064B065043C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289355" y="3315525"/>
            <a:ext cx="2789593" cy="2979898"/>
          </a:xfrm>
          <a:prstGeom prst="rect">
            <a:avLst/>
          </a:prstGeom>
          <a:ln>
            <a:noFill/>
          </a:ln>
          <a:effectLst>
            <a:innerShdw blurRad="114300">
              <a:prstClr val="black"/>
            </a:innerShdw>
          </a:effectLst>
          <a:scene3d>
            <a:camera prst="isometricOffAxis2Right"/>
            <a:lightRig rig="soft" dir="t">
              <a:rot lat="0" lon="0" rev="0"/>
            </a:lightRig>
          </a:scene3d>
          <a:sp3d contourW="44450" prstMaterial="matte">
            <a:bevelT w="63500" h="63500" prst="artDeco"/>
            <a:contourClr>
              <a:srgbClr val="FFFFFF"/>
            </a:contourClr>
          </a:sp3d>
        </p:spPr>
      </p:pic>
    </p:spTree>
    <p:extLst>
      <p:ext uri="{BB962C8B-B14F-4D97-AF65-F5344CB8AC3E}">
        <p14:creationId xmlns:p14="http://schemas.microsoft.com/office/powerpoint/2010/main" val="179819304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DBFD60A-6CD1-4135-A0AD-80F61C9A439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752292" y="2498845"/>
            <a:ext cx="9963708" cy="675870"/>
          </a:xfrm>
        </p:spPr>
        <p:txBody>
          <a:bodyPr>
            <a:normAutofit fontScale="90000"/>
          </a:bodyPr>
          <a:lstStyle/>
          <a:p>
            <a:r>
              <a:rPr lang="en-ID" sz="4400" dirty="0"/>
              <a:t>🧢?</a:t>
            </a:r>
          </a:p>
        </p:txBody>
      </p:sp>
    </p:spTree>
    <p:extLst>
      <p:ext uri="{BB962C8B-B14F-4D97-AF65-F5344CB8AC3E}">
        <p14:creationId xmlns:p14="http://schemas.microsoft.com/office/powerpoint/2010/main" val="2859335672"/>
      </p:ext>
    </p:extLst>
  </p:cSld>
  <p:clrMapOvr>
    <a:masterClrMapping/>
  </p:clrMapOvr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TEMPLATE_THUMBS_INDEX" val="1、4、7、12、13、14、15、16、17、18、20、24、25、28、33、36、40、43、44"/>
  <p:tag name="KSO_WM_TEMPLATE_SUBCATEGORY" val="19"/>
  <p:tag name="KSO_WM_TAG_VERSION" val="1.0"/>
  <p:tag name="KSO_WM_BEAUTIFY_FLAG" val="#wm#"/>
  <p:tag name="KSO_WM_TEMPLATE_CATEGORY" val="custom"/>
  <p:tag name="KSO_WM_TEMPLATE_INDEX" val="20205081"/>
  <p:tag name="KSO_WM_TEMPLATE_MASTER_TYPE" val="0"/>
  <p:tag name="KSO_WM_TEMPLATE_COLOR_TYPE" val="1"/>
  <p:tag name="KSO_WM_UNIT_SHOW_EDIT_AREA_INDICATION" val="1"/>
</p:tagLst>
</file>

<file path=ppt/tags/tag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  <p:tag name="KSO_WM_TEMPLATE_CATEGORY" val="custom"/>
  <p:tag name="KSO_WM_TEMPLATE_INDEX" val="20205081"/>
</p:tagLst>
</file>

<file path=ppt/tags/tag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  <p:tag name="KSO_WM_TEMPLATE_CATEGORY" val="custom"/>
  <p:tag name="KSO_WM_TEMPLATE_INDEX" val="20205081"/>
</p:tagLst>
</file>

<file path=ppt/tags/tag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</p:tagLst>
</file>

<file path=ppt/tags/tag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</p:tagLst>
</file>

<file path=ppt/tags/tag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</p:tagLst>
</file>

<file path=ppt/tags/tag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1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1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1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1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1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1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1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1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1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1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2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2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2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2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2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2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2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2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2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2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3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3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3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3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3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3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3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3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3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3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4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7**"/>
  <p:tag name="KSO_WM_UNIT_LAYERLEVEL" val="1"/>
  <p:tag name="KSO_WM_TAG_VERSION" val="1.0"/>
  <p:tag name="KSO_WM_BEAUTIFY_FLAG" val="#wm#"/>
</p:tagLst>
</file>

<file path=ppt/tags/tag4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7**"/>
  <p:tag name="KSO_WM_UNIT_LAYERLEVEL" val="1"/>
  <p:tag name="KSO_WM_TAG_VERSION" val="1.0"/>
  <p:tag name="KSO_WM_BEAUTIFY_FLAG" val="#wm#"/>
</p:tagLst>
</file>

<file path=ppt/tags/tag4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7**"/>
  <p:tag name="KSO_WM_UNIT_LAYERLEVEL" val="1"/>
  <p:tag name="KSO_WM_TAG_VERSION" val="1.0"/>
  <p:tag name="KSO_WM_BEAUTIFY_FLAG" val="#wm#"/>
</p:tagLst>
</file>

<file path=ppt/tags/tag4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4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4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4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4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4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4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*"/>
  <p:tag name="KSO_WM_UNIT_LAYERLEVEL" val="1"/>
  <p:tag name="KSO_WM_TAG_VERSION" val="1.0"/>
  <p:tag name="KSO_WM_BEAUTIFY_FLAG" val="#wm#"/>
</p:tagLst>
</file>

<file path=ppt/tags/tag5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*"/>
  <p:tag name="KSO_WM_UNIT_LAYERLEVEL" val="1"/>
  <p:tag name="KSO_WM_TAG_VERSION" val="1.0"/>
  <p:tag name="KSO_WM_BEAUTIFY_FLAG" val="#wm#"/>
</p:tagLst>
</file>

<file path=ppt/tags/tag5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*"/>
  <p:tag name="KSO_WM_UNIT_LAYERLEVEL" val="1"/>
  <p:tag name="KSO_WM_TAG_VERSION" val="1.0"/>
  <p:tag name="KSO_WM_BEAUTIFY_FLAG" val="#wm#"/>
</p:tagLst>
</file>

<file path=ppt/tags/tag5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*"/>
  <p:tag name="KSO_WM_UNIT_LAYERLEVEL" val="1"/>
  <p:tag name="KSO_WM_TAG_VERSION" val="1.0"/>
  <p:tag name="KSO_WM_BEAUTIFY_FLAG" val="#wm#"/>
</p:tagLst>
</file>

<file path=ppt/tags/tag5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*"/>
  <p:tag name="KSO_WM_UNIT_LAYERLEVEL" val="1"/>
  <p:tag name="KSO_WM_TAG_VERSION" val="1.0"/>
  <p:tag name="KSO_WM_BEAUTIFY_FLAG" val="#wm#"/>
</p:tagLst>
</file>

<file path=ppt/tags/tag5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0**"/>
  <p:tag name="KSO_WM_UNIT_LAYERLEVEL" val="1"/>
  <p:tag name="KSO_WM_TAG_VERSION" val="1.0"/>
  <p:tag name="KSO_WM_BEAUTIFY_FLAG" val="#wm#"/>
</p:tagLst>
</file>

<file path=ppt/tags/tag5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0**"/>
  <p:tag name="KSO_WM_UNIT_LAYERLEVEL" val="1"/>
  <p:tag name="KSO_WM_TAG_VERSION" val="1.0"/>
  <p:tag name="KSO_WM_BEAUTIFY_FLAG" val="#wm#"/>
</p:tagLst>
</file>

<file path=ppt/tags/tag5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0**"/>
  <p:tag name="KSO_WM_UNIT_LAYERLEVEL" val="1"/>
  <p:tag name="KSO_WM_TAG_VERSION" val="1.0"/>
  <p:tag name="KSO_WM_BEAUTIFY_FLAG" val="#wm#"/>
</p:tagLst>
</file>

<file path=ppt/tags/tag5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0**"/>
  <p:tag name="KSO_WM_UNIT_LAYERLEVEL" val="1"/>
  <p:tag name="KSO_WM_TAG_VERSION" val="1.0"/>
  <p:tag name="KSO_WM_BEAUTIFY_FLAG" val="#wm#"/>
</p:tagLst>
</file>

<file path=ppt/tags/tag5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5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6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6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6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6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SLIDE_ID" val="custom20205081_1"/>
  <p:tag name="KSO_WM_TEMPLATE_SUBCATEGORY" val="19"/>
  <p:tag name="KSO_WM_TEMPLATE_MASTER_TYPE" val="0"/>
  <p:tag name="KSO_WM_TEMPLATE_COLOR_TYPE" val="1"/>
  <p:tag name="KSO_WM_SLIDE_TYPE" val="title"/>
  <p:tag name="KSO_WM_SLIDE_SUBTYPE" val="defaultBlank"/>
  <p:tag name="KSO_WM_SLIDE_ITEM_CNT" val="0"/>
  <p:tag name="KSO_WM_SLIDE_INDEX" val="1"/>
  <p:tag name="KSO_WM_TAG_VERSION" val="1.0"/>
  <p:tag name="KSO_WM_BEAUTIFY_FLAG" val="#wm#"/>
  <p:tag name="KSO_WM_TEMPLATE_CATEGORY" val="custom"/>
  <p:tag name="KSO_WM_TEMPLATE_INDEX" val="20205081"/>
  <p:tag name="KSO_WM_SLIDE_LAYOUT" val="a_b"/>
  <p:tag name="KSO_WM_SLIDE_LAYOUT_CNT" val="1_1"/>
  <p:tag name="KSO_WM_UNIT_SHOW_EDIT_AREA_INDICATION" val="1"/>
  <p:tag name="KSO_WM_TEMPLATE_THUMBS_INDEX" val="1、4、7、12、13、14、15、16、17、18、20、24、25、28、33、36、40、43、44"/>
</p:tagLst>
</file>

<file path=ppt/tags/tag6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#wm#"/>
  <p:tag name="KSO_WM_TEMPLATE_CATEGORY" val="custom"/>
  <p:tag name="KSO_WM_TEMPLATE_INDEX" val="20205081"/>
</p:tagLst>
</file>

<file path=ppt/tags/tag6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#wm#"/>
  <p:tag name="KSO_WM_TEMPLATE_CATEGORY" val="custom"/>
  <p:tag name="KSO_WM_TEMPLATE_INDEX" val="20205081"/>
</p:tagLst>
</file>

<file path=ppt/tags/tag6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#wm#"/>
  <p:tag name="KSO_WM_TEMPLATE_CATEGORY" val="custom"/>
  <p:tag name="KSO_WM_TEMPLATE_INDEX" val="20205081"/>
</p:tagLst>
</file>

<file path=ppt/theme/theme1.xml><?xml version="1.0" encoding="utf-8"?>
<a:theme xmlns:a="http://schemas.openxmlformats.org/drawingml/2006/main" name="WPS">
  <a:themeElements>
    <a:clrScheme name="WPS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874CB"/>
      </a:accent1>
      <a:accent2>
        <a:srgbClr val="EE822F"/>
      </a:accent2>
      <a:accent3>
        <a:srgbClr val="F2BA02"/>
      </a:accent3>
      <a:accent4>
        <a:srgbClr val="75BD42"/>
      </a:accent4>
      <a:accent5>
        <a:srgbClr val="30C0B4"/>
      </a:accent5>
      <a:accent6>
        <a:srgbClr val="E54C5E"/>
      </a:accent6>
      <a:hlink>
        <a:srgbClr val="0026E5"/>
      </a:hlink>
      <a:folHlink>
        <a:srgbClr val="7E1FAD"/>
      </a:folHlink>
    </a:clrScheme>
    <a:fontScheme name="WPS">
      <a:majorFont>
        <a:latin typeface="Arial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WPS">
      <a:fillStyleLst>
        <a:solidFill>
          <a:schemeClr val="phClr"/>
        </a:solidFill>
        <a:gradFill>
          <a:gsLst>
            <a:gs pos="0">
              <a:schemeClr val="phClr">
                <a:lumOff val="17500"/>
              </a:schemeClr>
            </a:gs>
            <a:gs pos="100000">
              <a:schemeClr val="phClr"/>
            </a:gs>
          </a:gsLst>
          <a:lin ang="2700000" scaled="0"/>
        </a:gradFill>
        <a:gradFill>
          <a:gsLst>
            <a:gs pos="0">
              <a:schemeClr val="phClr">
                <a:hueOff val="-2520000"/>
              </a:schemeClr>
            </a:gs>
            <a:gs pos="100000">
              <a:schemeClr val="phClr"/>
            </a:gs>
          </a:gsLst>
          <a:lin ang="27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gradFill>
            <a:gsLst>
              <a:gs pos="0">
                <a:schemeClr val="phClr">
                  <a:hueOff val="-4200000"/>
                </a:schemeClr>
              </a:gs>
              <a:gs pos="100000">
                <a:schemeClr val="phClr"/>
              </a:gs>
            </a:gsLst>
            <a:lin ang="2700000" scaled="1"/>
          </a:gradFill>
          <a:prstDash val="solid"/>
          <a:miter lim="800000"/>
        </a:ln>
      </a:lnStyleLst>
      <a:effectStyleLst>
        <a:effectStyle>
          <a:effectLst>
            <a:outerShdw blurRad="101600" dist="50800" dir="5400000" algn="ctr" rotWithShape="0">
              <a:schemeClr val="phClr">
                <a:alpha val="60000"/>
              </a:schemeClr>
            </a:outerShdw>
          </a:effectLst>
        </a:effectStyle>
        <a:effectStyle>
          <a:effectLst>
            <a:reflection stA="50000" endA="300" endPos="40000" dist="25400" dir="5400000" sy="-100000" algn="bl" rotWithShape="0"/>
          </a:effectLst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28</TotalTime>
  <Words>503</Words>
  <Application>Microsoft Office PowerPoint</Application>
  <PresentationFormat>Widescreen</PresentationFormat>
  <Paragraphs>76</Paragraphs>
  <Slides>12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6" baseType="lpstr">
      <vt:lpstr>Arial</vt:lpstr>
      <vt:lpstr>Calibri</vt:lpstr>
      <vt:lpstr>Wingdings</vt:lpstr>
      <vt:lpstr>WPS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🧢?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Ip</dc:title>
  <dc:creator>User</dc:creator>
  <cp:lastModifiedBy>User</cp:lastModifiedBy>
  <cp:revision>6</cp:revision>
  <dcterms:created xsi:type="dcterms:W3CDTF">2026-10-06T10:12:00Z</dcterms:created>
  <dcterms:modified xsi:type="dcterms:W3CDTF">2026-10-07T13:00:05Z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KSOProductBuildVer">
    <vt:lpwstr>1033-12.1.0.28485</vt:lpwstr>
  </property>
  <property fmtid="{D5CDD505-2E9C-101B-9397-08002B2CF9AE}" pid="3" name="ICV">
    <vt:lpwstr>7777E3DE989B4B8F90D35859CA7255DC_11</vt:lpwstr>
  </property>
</Properties>
</file>